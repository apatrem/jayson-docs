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63" r:id="rId5"/>
    <p:sldId id="264" r:id="rId6"/>
    <p:sldId id="265" r:id="rId7"/>
    <p:sldId id="257" r:id="rId8"/>
    <p:sldId id="258" r:id="rId9"/>
    <p:sldId id="259" r:id="rId10"/>
    <p:sldId id="278" r:id="rId11"/>
    <p:sldId id="281" r:id="rId12"/>
    <p:sldId id="279" r:id="rId13"/>
    <p:sldId id="280" r:id="rId14"/>
    <p:sldId id="256" r:id="rId15"/>
    <p:sldId id="269" r:id="rId16"/>
    <p:sldId id="270" r:id="rId17"/>
    <p:sldId id="272" r:id="rId18"/>
    <p:sldId id="261" r:id="rId19"/>
    <p:sldId id="277" r:id="rId20"/>
    <p:sldId id="260" r:id="rId21"/>
    <p:sldId id="262" r:id="rId22"/>
    <p:sldId id="266" r:id="rId23"/>
    <p:sldId id="267" r:id="rId24"/>
    <p:sldId id="268" r:id="rId25"/>
    <p:sldId id="271" r:id="rId26"/>
    <p:sldId id="273" r:id="rId27"/>
    <p:sldId id="274" r:id="rId28"/>
    <p:sldId id="275" r:id="rId29"/>
    <p:sldId id="276" r:id="rId30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</p:sldIdLst>
  <p:sldSz cx="12192000" cy="6858000"/>
  <p:notesSz cx="6858000" cy="9144000"/>
  <p:custDataLst>
    <p:tags r:id="rId3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y common slides" id="{52BFF202-E4AB-1646-B52A-2EBD99D5C354}">
          <p14:sldIdLst>
            <p14:sldId id="263"/>
            <p14:sldId id="264"/>
            <p14:sldId id="265"/>
            <p14:sldId id="257"/>
            <p14:sldId id="258"/>
            <p14:sldId id="259"/>
            <p14:sldId id="278"/>
            <p14:sldId id="281"/>
            <p14:sldId id="279"/>
            <p14:sldId id="280"/>
            <p14:sldId id="256"/>
            <p14:sldId id="269"/>
            <p14:sldId id="270"/>
            <p14:sldId id="272"/>
            <p14:sldId id="261"/>
            <p14:sldId id="277"/>
          </p14:sldIdLst>
        </p14:section>
        <p14:section name="Less common slides" id="{9DC69E47-3923-BA44-8196-23DF2D946C69}">
          <p14:sldIdLst>
            <p14:sldId id="260"/>
            <p14:sldId id="262"/>
            <p14:sldId id="266"/>
            <p14:sldId id="267"/>
            <p14:sldId id="268"/>
            <p14:sldId id="271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  <a:srgbClr val="262626"/>
    <a:srgbClr val="E1F6EC"/>
    <a:srgbClr val="D3F2E1"/>
    <a:srgbClr val="32C359"/>
    <a:srgbClr val="5C5C5C"/>
    <a:srgbClr val="C0FFDD"/>
    <a:srgbClr val="00B0F0"/>
    <a:srgbClr val="C8D0D7"/>
    <a:srgbClr val="75B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8F193-D88B-1745-9A83-7AB0E6BC2798}" v="1" dt="2026-04-20T12:32:21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3"/>
    <p:restoredTop sz="94637"/>
  </p:normalViewPr>
  <p:slideViewPr>
    <p:cSldViewPr snapToGrid="0">
      <p:cViewPr varScale="1">
        <p:scale>
          <a:sx n="149" d="100"/>
          <a:sy n="149" d="100"/>
        </p:scale>
        <p:origin x="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tags" Target="tags/tag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5/10/relationships/revisionInfo" Target="revisionInfo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Feuille_de_calcul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Feuille_de_calcul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Feuille_de_calcul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Feuille_de_calcul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0070144"/>
        <c:axId val="1176411584"/>
      </c:bar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Feuil1!$A$2:$A$5</c15:sqref>
                        </c15:formulaRef>
                      </c:ext>
                    </c:extLst>
                    <c:strCache>
                      <c:ptCount val="4"/>
                      <c:pt idx="0">
                        <c:v>Catégorie 1</c:v>
                      </c:pt>
                      <c:pt idx="1">
                        <c:v>Catégorie 2</c:v>
                      </c:pt>
                      <c:pt idx="2">
                        <c:v>Catégorie 3</c:v>
                      </c:pt>
                      <c:pt idx="3">
                        <c:v>Catégorie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0070144"/>
        <c:axId val="1176411584"/>
      </c:bar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0070144"/>
        <c:axId val="1176411584"/>
      </c:lineChart>
      <c:cat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auto val="1"/>
        <c:lblAlgn val="ctr"/>
        <c:lblOffset val="100"/>
        <c:noMultiLvlLbl val="0"/>
      </c:cat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6701127791428E-2"/>
          <c:y val="6.904580475827618E-2"/>
          <c:w val="0.6877700830610487"/>
          <c:h val="0.7902827872322411"/>
        </c:manualLayout>
      </c:layout>
      <c:bubbleChart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0-31E6-5643-A58A-646C5761BC4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1-31E6-5643-A58A-646C5761BC4C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xVal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xVal>
          <c:y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yVal>
          <c:bubbleSize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2-31E6-5643-A58A-646C5761B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210070144"/>
        <c:axId val="1176411584"/>
      </c:bubbleChart>
      <c:valAx>
        <c:axId val="12100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76411584"/>
        <c:crosses val="autoZero"/>
        <c:crossBetween val="midCat"/>
      </c:valAx>
      <c:valAx>
        <c:axId val="117641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2100701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7432438582999707"/>
          <c:y val="0.36226780120226909"/>
          <c:w val="0.20167435552132101"/>
          <c:h val="0.1968719837439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57C1B5-AB42-9A34-CD92-1A9BAAD7E6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99E81-8304-554F-4291-37180299B0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6CC98-E336-504E-933B-C3D354E07B3D}" type="datetimeFigureOut">
              <a:rPr lang="fr-FR" smtClean="0">
                <a:latin typeface="Arial" panose="020B0604020202020204" pitchFamily="34" charset="0"/>
              </a:rPr>
              <a:t>08/06/2026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70B05-6435-A072-BA30-63679BB6D8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66B70-3399-A2A1-F1C9-2B761DCEDB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8D10-4445-174D-94A6-363D26618E26}" type="slidenum">
              <a:rPr lang="fr-FR" smtClean="0">
                <a:latin typeface="Arial" panose="020B0604020202020204" pitchFamily="34" charset="0"/>
              </a:rPr>
              <a:t>‹N°›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6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A0C42-0D21-4A45-A0B4-6EE4911AC5FA}" type="datetimeFigureOut">
              <a:rPr lang="fr-FR" smtClean="0">
                <a:latin typeface="Arial" panose="020B0604020202020204" pitchFamily="34" charset="0"/>
              </a:rPr>
              <a:t>08/06/2026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8B91C-D943-6F4F-9C47-DBE552A83625}" type="slidenum">
              <a:rPr lang="fr-FR" smtClean="0">
                <a:latin typeface="Arial" panose="020B0604020202020204" pitchFamily="34" charset="0"/>
              </a:rPr>
              <a:t>‹N°›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9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6" Type="http://schemas.openxmlformats.org/officeDocument/2006/relationships/oleObject" Target="../embeddings/oleObject3.bin"/><Relationship Id="rId7" Type="http://schemas.openxmlformats.org/officeDocument/2006/relationships/image" Target="../media/image8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Relationship Id="rId5" Type="http://schemas.openxmlformats.org/officeDocument/2006/relationships/image" Target="../media/image7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Relationship Id="rId5" Type="http://schemas.openxmlformats.org/officeDocument/2006/relationships/image" Target="../media/image7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8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9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10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7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11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1AD9BB4A-97B5-E59A-5CEF-FFE981570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5093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1AD9BB4A-97B5-E59A-5CEF-FFE981570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FCE45F8B-6B35-4416-DE1A-36DAC87E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48384"/>
            <a:ext cx="11090275" cy="632691"/>
          </a:xfrm>
        </p:spPr>
        <p:txBody>
          <a:bodyPr vert="horz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259420-A1F5-B3E7-FA1E-AF141FA3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125538"/>
            <a:ext cx="11090275" cy="5111748"/>
          </a:xfrm>
        </p:spPr>
        <p:txBody>
          <a:bodyPr/>
          <a:lstStyle>
            <a:lvl1pPr marL="177800" indent="-174625">
              <a:tabLst>
                <a:tab pos="219075" algn="l"/>
              </a:tabLst>
              <a:defRPr/>
            </a:lvl1pPr>
            <a:lvl2pPr marL="355600" indent="-177800">
              <a:tabLst/>
              <a:defRPr/>
            </a:lvl2pPr>
            <a:lvl3pPr marL="488950" indent="-133350">
              <a:tabLst/>
              <a:defRPr/>
            </a:lvl3pPr>
            <a:lvl4pPr marL="623888" indent="-134938">
              <a:tabLst/>
              <a:defRPr/>
            </a:lvl4pPr>
            <a:lvl5pPr marL="757238" indent="-133350"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B19DAE-9253-B1E3-C9A1-BAD73283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A0EE391D-69CD-DBA5-462B-AEF51D098FA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cxnSp>
        <p:nvCxnSpPr>
          <p:cNvPr id="4" name="Connecteur droit 36">
            <a:extLst>
              <a:ext uri="{FF2B5EF4-FFF2-40B4-BE49-F238E27FC236}">
                <a16:creationId xmlns:a16="http://schemas.microsoft.com/office/drawing/2014/main" id="{1CC5ED8D-4C8C-5DAC-188C-4419FBCB9EEE}"/>
              </a:ext>
            </a:extLst>
          </p:cNvPr>
          <p:cNvCxnSpPr/>
          <p:nvPr userDrawn="1"/>
        </p:nvCxnSpPr>
        <p:spPr>
          <a:xfrm>
            <a:off x="550863" y="6453336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30">
            <a:extLst>
              <a:ext uri="{FF2B5EF4-FFF2-40B4-BE49-F238E27FC236}">
                <a16:creationId xmlns:a16="http://schemas.microsoft.com/office/drawing/2014/main" id="{A2FEA1FF-9F37-6219-3F4E-99D834B28FEB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981164-199B-BE71-F7D8-B1188DFC07F2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02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AE79F8E0-68D6-7A80-58A2-3510063CB7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3879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AE79F8E0-68D6-7A80-58A2-3510063CB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E7A6757-C645-3EC5-79F9-70135F48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cxnSp>
        <p:nvCxnSpPr>
          <p:cNvPr id="3" name="Connecteur droit 36">
            <a:extLst>
              <a:ext uri="{FF2B5EF4-FFF2-40B4-BE49-F238E27FC236}">
                <a16:creationId xmlns:a16="http://schemas.microsoft.com/office/drawing/2014/main" id="{B43693E6-1D97-21C5-D34A-11835DD2C8C3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contenu 6">
            <a:extLst>
              <a:ext uri="{FF2B5EF4-FFF2-40B4-BE49-F238E27FC236}">
                <a16:creationId xmlns:a16="http://schemas.microsoft.com/office/drawing/2014/main" id="{1EAE700C-AA3D-B07B-6407-A28618C99C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0471A69-7D18-731A-528E-0F5C73D3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ZoneTexte 30">
            <a:extLst>
              <a:ext uri="{FF2B5EF4-FFF2-40B4-BE49-F238E27FC236}">
                <a16:creationId xmlns:a16="http://schemas.microsoft.com/office/drawing/2014/main" id="{6F36171D-B542-2086-9241-E71F1886F35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1DD35C-CF64-510B-4D2D-9A5073A838A6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57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1AD9BB4A-97B5-E59A-5CEF-FFE981570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51251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1AD9BB4A-97B5-E59A-5CEF-FFE981570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FCE45F8B-6B35-4416-DE1A-36DAC87E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349199"/>
            <a:ext cx="11125200" cy="631875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259420-A1F5-B3E7-FA1E-AF141FA30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513305"/>
            <a:ext cx="11090275" cy="4723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BD151FF-774C-0F45-1C17-D35CEB240F37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564148" y="1133385"/>
            <a:ext cx="11122409" cy="208053"/>
          </a:xfrm>
        </p:spPr>
        <p:txBody>
          <a:bodyPr>
            <a:noAutofit/>
          </a:bodyPr>
          <a:lstStyle>
            <a:lvl1pPr marL="0" indent="0" algn="l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cxnSp>
        <p:nvCxnSpPr>
          <p:cNvPr id="8" name="Connecteur droit 36">
            <a:extLst>
              <a:ext uri="{FF2B5EF4-FFF2-40B4-BE49-F238E27FC236}">
                <a16:creationId xmlns:a16="http://schemas.microsoft.com/office/drawing/2014/main" id="{08939853-4045-6FA0-4B47-91A48F00F003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93BE603-3A6B-82E8-B096-333EF0F2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Espace réservé du contenu 6">
            <a:extLst>
              <a:ext uri="{FF2B5EF4-FFF2-40B4-BE49-F238E27FC236}">
                <a16:creationId xmlns:a16="http://schemas.microsoft.com/office/drawing/2014/main" id="{30FB613D-2E4E-C892-5E41-010F534973B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5" name="ZoneTexte 30">
            <a:extLst>
              <a:ext uri="{FF2B5EF4-FFF2-40B4-BE49-F238E27FC236}">
                <a16:creationId xmlns:a16="http://schemas.microsoft.com/office/drawing/2014/main" id="{E99671A2-29BC-C486-4FDD-535AB808C56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03ADAA-DE4B-1668-3DA4-78AC64CFC6AC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2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 11" hidden="1">
            <a:extLst>
              <a:ext uri="{FF2B5EF4-FFF2-40B4-BE49-F238E27FC236}">
                <a16:creationId xmlns:a16="http://schemas.microsoft.com/office/drawing/2014/main" id="{2DD2EA5B-6017-6F95-2F28-0ADD5C8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608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Objet 11" hidden="1">
                        <a:extLst>
                          <a:ext uri="{FF2B5EF4-FFF2-40B4-BE49-F238E27FC236}">
                            <a16:creationId xmlns:a16="http://schemas.microsoft.com/office/drawing/2014/main" id="{2DD2EA5B-6017-6F95-2F28-0ADD5C8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2177F37C-BE34-28C6-E3CA-11B0B3A1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024AAB-E748-56F5-69CF-8D668412B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125539"/>
            <a:ext cx="5400675" cy="51133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B565A4-3D20-0C08-E4EA-AB81725F7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3" y="1125532"/>
            <a:ext cx="5400675" cy="5113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0A88D2-F8C4-81ED-FEBF-EA430F60BC8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60456"/>
            <a:ext cx="0" cy="511334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36">
            <a:extLst>
              <a:ext uri="{FF2B5EF4-FFF2-40B4-BE49-F238E27FC236}">
                <a16:creationId xmlns:a16="http://schemas.microsoft.com/office/drawing/2014/main" id="{1CB2B196-D3FB-715E-2606-A143AAAF397A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1382F4B7-187B-8A42-30AA-40FBAC1E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134DD0FE-B05A-6304-7865-C88149104BD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6" name="ZoneTexte 30">
            <a:extLst>
              <a:ext uri="{FF2B5EF4-FFF2-40B4-BE49-F238E27FC236}">
                <a16:creationId xmlns:a16="http://schemas.microsoft.com/office/drawing/2014/main" id="{4DF8E504-CA60-F860-96A9-F4BC5E46CA41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B9E44C8-0E14-E627-B39C-3CC29222622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25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82038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36" y="349200"/>
            <a:ext cx="11090276" cy="631874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1"/>
            <a:ext cx="5400676" cy="215898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20826"/>
            <a:ext cx="5400677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39637" y="1125541"/>
            <a:ext cx="5400675" cy="215898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20827"/>
            <a:ext cx="5400676" cy="47164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C6013C-F433-3E2E-EEDA-CC28CF0FB17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70164"/>
            <a:ext cx="0" cy="510363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36">
            <a:extLst>
              <a:ext uri="{FF2B5EF4-FFF2-40B4-BE49-F238E27FC236}">
                <a16:creationId xmlns:a16="http://schemas.microsoft.com/office/drawing/2014/main" id="{066F54DA-416F-1B59-87F1-8236FB020FA1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B1FB7D05-838F-532B-0B3B-5466C30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Espace réservé du contenu 6">
            <a:extLst>
              <a:ext uri="{FF2B5EF4-FFF2-40B4-BE49-F238E27FC236}">
                <a16:creationId xmlns:a16="http://schemas.microsoft.com/office/drawing/2014/main" id="{DD6D06F4-9510-38A2-079C-836FA0E2599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8" name="ZoneTexte 30">
            <a:extLst>
              <a:ext uri="{FF2B5EF4-FFF2-40B4-BE49-F238E27FC236}">
                <a16:creationId xmlns:a16="http://schemas.microsoft.com/office/drawing/2014/main" id="{3047539A-0BFC-5BB9-0072-5DE19483ABBF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7E3550-5CD6-33B5-5444-8A45D9F8FAC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8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and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76466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48285"/>
            <a:ext cx="11089449" cy="632790"/>
          </a:xfrm>
        </p:spPr>
        <p:txBody>
          <a:bodyPr vert="horz" anchor="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1"/>
            <a:ext cx="3456884" cy="21589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20825"/>
            <a:ext cx="3456883" cy="47164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84239" y="1125931"/>
            <a:ext cx="3456899" cy="210874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4239" y="1520824"/>
            <a:ext cx="3456900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5E8252F0-DE57-E2EB-BE2E-BAD06505AF7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31551" y="1125541"/>
            <a:ext cx="3528885" cy="21589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AF4E5750-BDEC-4328-0B8F-9525E2496CFD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31552" y="1520825"/>
            <a:ext cx="3528884" cy="4716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2F36D0-28FF-6B49-76D0-D1C21FA8590B}"/>
              </a:ext>
            </a:extLst>
          </p:cNvPr>
          <p:cNvGrpSpPr/>
          <p:nvPr userDrawn="1"/>
        </p:nvGrpSpPr>
        <p:grpSpPr>
          <a:xfrm>
            <a:off x="4169654" y="1160463"/>
            <a:ext cx="3852688" cy="5113337"/>
            <a:chOff x="4169654" y="1341438"/>
            <a:chExt cx="3852688" cy="493236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22CC69-BBF0-FB0F-91DE-50C179D25154}"/>
                </a:ext>
              </a:extLst>
            </p:cNvPr>
            <p:cNvCxnSpPr/>
            <p:nvPr userDrawn="1"/>
          </p:nvCxnSpPr>
          <p:spPr>
            <a:xfrm>
              <a:off x="4169654" y="1341438"/>
              <a:ext cx="0" cy="49323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72D478-80AE-B7F6-2A09-96A7075B94A9}"/>
                </a:ext>
              </a:extLst>
            </p:cNvPr>
            <p:cNvCxnSpPr/>
            <p:nvPr userDrawn="1"/>
          </p:nvCxnSpPr>
          <p:spPr>
            <a:xfrm>
              <a:off x="8022342" y="1341438"/>
              <a:ext cx="0" cy="493236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eur droit 36">
            <a:extLst>
              <a:ext uri="{FF2B5EF4-FFF2-40B4-BE49-F238E27FC236}">
                <a16:creationId xmlns:a16="http://schemas.microsoft.com/office/drawing/2014/main" id="{00511913-93E8-3DB0-F7A2-E14B4E987647}"/>
              </a:ext>
            </a:extLst>
          </p:cNvPr>
          <p:cNvCxnSpPr/>
          <p:nvPr userDrawn="1"/>
        </p:nvCxnSpPr>
        <p:spPr>
          <a:xfrm>
            <a:off x="550863" y="6453188"/>
            <a:ext cx="111252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591EC4D-D015-BB3F-B075-780ADAD4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3" name="Espace réservé du contenu 6">
            <a:extLst>
              <a:ext uri="{FF2B5EF4-FFF2-40B4-BE49-F238E27FC236}">
                <a16:creationId xmlns:a16="http://schemas.microsoft.com/office/drawing/2014/main" id="{57B7AFE9-1481-AAAB-096A-34F44FCF41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8" name="ZoneTexte 30">
            <a:extLst>
              <a:ext uri="{FF2B5EF4-FFF2-40B4-BE49-F238E27FC236}">
                <a16:creationId xmlns:a16="http://schemas.microsoft.com/office/drawing/2014/main" id="{AE48B899-D254-33FF-13F7-FB3591FAB6B1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79D28D-C0D1-A414-D61D-CDD866EB1576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8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AB9A253-2ED8-CCAA-F7B2-82D47FC0EC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947235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AB9A253-2ED8-CCAA-F7B2-82D47FC0E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AC98BCD7-B4BD-45F0-A1DC-E597AD32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contenu 6">
            <a:extLst>
              <a:ext uri="{FF2B5EF4-FFF2-40B4-BE49-F238E27FC236}">
                <a16:creationId xmlns:a16="http://schemas.microsoft.com/office/drawing/2014/main" id="{DE645C6A-CC14-E4D3-22C9-E154707F3FF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8605719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DBAF5-691C-CE47-2E6B-5B1B5AAC2A55}"/>
              </a:ext>
            </a:extLst>
          </p:cNvPr>
          <p:cNvSpPr/>
          <p:nvPr userDrawn="1"/>
        </p:nvSpPr>
        <p:spPr>
          <a:xfrm>
            <a:off x="0" y="188640"/>
            <a:ext cx="550863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5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990FEB9-D384-9C77-0A86-E8F6ACCEA8B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1176372"/>
            <a:ext cx="12207600" cy="5086053"/>
          </a:xfrm>
          <a:prstGeom prst="rect">
            <a:avLst/>
          </a:prstGeom>
        </p:spPr>
      </p:pic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345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4D42364-D0F3-9184-FBA9-0AE531E987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87636" y="76072"/>
            <a:ext cx="1941012" cy="9766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Client logo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00ECD-9A3C-D111-5C06-50CFD8B205F5}"/>
              </a:ext>
            </a:extLst>
          </p:cNvPr>
          <p:cNvSpPr/>
          <p:nvPr userDrawn="1"/>
        </p:nvSpPr>
        <p:spPr>
          <a:xfrm>
            <a:off x="-1" y="-1"/>
            <a:ext cx="479377" cy="83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A8C9D35-E503-FE8C-69EA-8B619E0CB8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509" y="1368996"/>
            <a:ext cx="7419699" cy="1237455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C9E991B4-3678-BE6E-9D33-B6480825BF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509" y="2690637"/>
            <a:ext cx="7419699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11" name="Documenttype">
            <a:extLst>
              <a:ext uri="{FF2B5EF4-FFF2-40B4-BE49-F238E27FC236}">
                <a16:creationId xmlns:a16="http://schemas.microsoft.com/office/drawing/2014/main" id="{4203C4AC-2E01-C8DD-FE97-C2403CE9B2C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48509" y="3525183"/>
            <a:ext cx="4013189" cy="407873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>
              <a:buNone/>
              <a:defRPr sz="1200">
                <a:solidFill>
                  <a:srgbClr val="262626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2" name="Disclaimer-English (United States)">
            <a:extLst>
              <a:ext uri="{FF2B5EF4-FFF2-40B4-BE49-F238E27FC236}">
                <a16:creationId xmlns:a16="http://schemas.microsoft.com/office/drawing/2014/main" id="{6A1AB0F9-CE9F-B2F9-0FCD-244F88154E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548509" y="4016720"/>
            <a:ext cx="41148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804863" eaLnBrk="0" hangingPunct="0"/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94F1C2-9778-BA6B-8352-75BD5B27F934}"/>
              </a:ext>
            </a:extLst>
          </p:cNvPr>
          <p:cNvSpPr txBox="1"/>
          <p:nvPr userDrawn="1"/>
        </p:nvSpPr>
        <p:spPr>
          <a:xfrm>
            <a:off x="548509" y="231114"/>
            <a:ext cx="2403698" cy="7007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8890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14BDD523-36E5-CF86-87F6-A7A0FA55EDF3}"/>
              </a:ext>
            </a:extLst>
          </p:cNvPr>
          <p:cNvSpPr/>
          <p:nvPr userDrawn="1"/>
        </p:nvSpPr>
        <p:spPr>
          <a:xfrm>
            <a:off x="0" y="188640"/>
            <a:ext cx="550863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8E750B7-A63F-62B7-80CE-B5A9DB7B3E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0"/>
            <a:ext cx="122076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FAAFAE6-D60C-93B1-4819-060D20F8BFF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50863" y="1120490"/>
            <a:ext cx="7271826" cy="2387600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89298A-8D13-336B-A448-1CB247CE6E4F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50863" y="3592275"/>
            <a:ext cx="7271826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40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3405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94F8AEB5-D1EA-4A9B-FCEA-642ADA57F72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0"/>
            <a:ext cx="12207600" cy="68580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5021812E-4666-EE7A-00F0-B822BDC95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3" y="333376"/>
            <a:ext cx="11085545" cy="647699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Contents/Agenda – click to </a:t>
            </a:r>
            <a:r>
              <a:rPr lang="fr-FR" err="1"/>
              <a:t>edit</a:t>
            </a:r>
            <a:endParaRPr lang="fr-FR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664EE6FE-7213-D8B4-C52F-792F747C9C0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2" y="1988844"/>
            <a:ext cx="8281442" cy="4284956"/>
          </a:xfrm>
        </p:spPr>
        <p:txBody>
          <a:bodyPr/>
          <a:lstStyle>
            <a:lvl1pPr marL="4572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8128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1222375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6637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2073275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  <a:lvl6pPr>
              <a:buClr>
                <a:schemeClr val="tx2"/>
              </a:buCl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agenda</a:t>
            </a:r>
          </a:p>
          <a:p>
            <a:pPr lvl="1"/>
            <a:r>
              <a:rPr lang="fr-FR" err="1"/>
              <a:t>Level</a:t>
            </a:r>
            <a:r>
              <a:rPr lang="fr-FR"/>
              <a:t> 2</a:t>
            </a:r>
          </a:p>
          <a:p>
            <a:pPr lvl="2"/>
            <a:r>
              <a:rPr lang="fr-FR" err="1"/>
              <a:t>Level</a:t>
            </a:r>
            <a:r>
              <a:rPr lang="fr-FR"/>
              <a:t> 3</a:t>
            </a:r>
          </a:p>
          <a:p>
            <a:pPr lvl="3"/>
            <a:r>
              <a:rPr lang="fr-FR" err="1"/>
              <a:t>Level</a:t>
            </a:r>
            <a:r>
              <a:rPr lang="fr-FR"/>
              <a:t> 4</a:t>
            </a:r>
          </a:p>
          <a:p>
            <a:pPr lvl="4"/>
            <a:r>
              <a:rPr lang="fr-FR" err="1"/>
              <a:t>Level</a:t>
            </a:r>
            <a:r>
              <a:rPr lang="fr-FR"/>
              <a:t> 5</a:t>
            </a:r>
          </a:p>
          <a:p>
            <a:pPr lvl="5"/>
            <a:r>
              <a:rPr lang="fr-FR" err="1"/>
              <a:t>Level</a:t>
            </a:r>
            <a:r>
              <a:rPr lang="fr-FR"/>
              <a:t> 6</a:t>
            </a:r>
          </a:p>
        </p:txBody>
      </p:sp>
      <p:cxnSp>
        <p:nvCxnSpPr>
          <p:cNvPr id="6" name="Connecteur droit 16">
            <a:extLst>
              <a:ext uri="{FF2B5EF4-FFF2-40B4-BE49-F238E27FC236}">
                <a16:creationId xmlns:a16="http://schemas.microsoft.com/office/drawing/2014/main" id="{377A129B-FFB7-AEC8-E9CA-F04265F8329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1114693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522E3A2-42AA-2228-2F55-67BD9734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Pie 2">
            <a:extLst>
              <a:ext uri="{FF2B5EF4-FFF2-40B4-BE49-F238E27FC236}">
                <a16:creationId xmlns:a16="http://schemas.microsoft.com/office/drawing/2014/main" id="{CDB33F02-88B0-67F1-2493-B91868396FD1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1CE63-950C-C509-816E-646A8AE9FDFC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30">
            <a:extLst>
              <a:ext uri="{FF2B5EF4-FFF2-40B4-BE49-F238E27FC236}">
                <a16:creationId xmlns:a16="http://schemas.microsoft.com/office/drawing/2014/main" id="{E150FD5F-C13D-5321-DE4B-E1FDA438756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AF61725-8811-F4AA-3B06-802B815FDF5F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6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77827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re 1">
            <a:extLst>
              <a:ext uri="{FF2B5EF4-FFF2-40B4-BE49-F238E27FC236}">
                <a16:creationId xmlns:a16="http://schemas.microsoft.com/office/drawing/2014/main" id="{00E8F29D-6980-4830-A056-57FFB127FF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509" y="1368996"/>
            <a:ext cx="8779488" cy="1237455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D92A2739-22B5-D8C9-22C3-AB9ACCB8111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509" y="2690637"/>
            <a:ext cx="8779488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rgbClr val="26262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11" name="Documenttype">
            <a:extLst>
              <a:ext uri="{FF2B5EF4-FFF2-40B4-BE49-F238E27FC236}">
                <a16:creationId xmlns:a16="http://schemas.microsoft.com/office/drawing/2014/main" id="{CED3A66B-1F2D-0DE7-8AE6-6CD49D349CD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48509" y="3525183"/>
            <a:ext cx="4013189" cy="407873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>
              <a:buNone/>
              <a:defRPr sz="1200">
                <a:solidFill>
                  <a:srgbClr val="262626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2" name="Disclaimer-English (United States)">
            <a:extLst>
              <a:ext uri="{FF2B5EF4-FFF2-40B4-BE49-F238E27FC236}">
                <a16:creationId xmlns:a16="http://schemas.microsoft.com/office/drawing/2014/main" id="{6B38040A-8C9C-2B24-5E51-837AB61BC54C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548509" y="4016720"/>
            <a:ext cx="41148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804863" eaLnBrk="0" hangingPunct="0"/>
            <a:r>
              <a:rPr lang="en-US" sz="1000">
                <a:solidFill>
                  <a:srgbClr val="262626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E45CCCBA-8F0D-C9C1-9D62-9283319F536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87636" y="76072"/>
            <a:ext cx="1941012" cy="9766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Client logo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3E15C-F94A-83E6-5BEE-C453A2BB8ECF}"/>
              </a:ext>
            </a:extLst>
          </p:cNvPr>
          <p:cNvSpPr/>
          <p:nvPr userDrawn="1"/>
        </p:nvSpPr>
        <p:spPr>
          <a:xfrm>
            <a:off x="0" y="3264"/>
            <a:ext cx="623392" cy="836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D22729-7918-861E-8CCF-6A3FC83F4DD5}"/>
              </a:ext>
            </a:extLst>
          </p:cNvPr>
          <p:cNvCxnSpPr/>
          <p:nvPr userDrawn="1"/>
        </p:nvCxnSpPr>
        <p:spPr>
          <a:xfrm>
            <a:off x="0" y="1196752"/>
            <a:ext cx="121920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19EED7-8BC9-6D4B-F34A-CF5A0DF35DA1}"/>
              </a:ext>
            </a:extLst>
          </p:cNvPr>
          <p:cNvCxnSpPr/>
          <p:nvPr userDrawn="1"/>
        </p:nvCxnSpPr>
        <p:spPr>
          <a:xfrm>
            <a:off x="0" y="6021289"/>
            <a:ext cx="121920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B9905CDC-B65A-33A4-A45D-3202612F1735}"/>
              </a:ext>
            </a:extLst>
          </p:cNvPr>
          <p:cNvSpPr txBox="1"/>
          <p:nvPr userDrawn="1"/>
        </p:nvSpPr>
        <p:spPr>
          <a:xfrm>
            <a:off x="548509" y="231114"/>
            <a:ext cx="2403698" cy="7007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60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E303684C-2FE8-AB53-65BE-716CFFC1B5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44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E303684C-2FE8-AB53-65BE-716CFFC1B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FAAFAE6-D60C-93B1-4819-060D20F8BF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143696"/>
            <a:ext cx="7271826" cy="2387600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89298A-8D13-336B-A448-1CB247CE6E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3615481"/>
            <a:ext cx="7271826" cy="522339"/>
          </a:xfrm>
        </p:spPr>
        <p:txBody>
          <a:bodyPr>
            <a:no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855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1590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11085545" cy="631874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Contents/Agenda – click to edit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1114693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D39FA986-AFFA-D470-697F-282E932D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FCB803A9-272C-4119-092B-F5D7EE4021F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2" y="1700808"/>
            <a:ext cx="8281442" cy="4520455"/>
          </a:xfrm>
        </p:spPr>
        <p:txBody>
          <a:bodyPr/>
          <a:lstStyle>
            <a:lvl1pPr marL="457200" indent="-4572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812800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1222375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663700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2073275" indent="-4572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agenda</a:t>
            </a:r>
          </a:p>
        </p:txBody>
      </p:sp>
      <p:sp>
        <p:nvSpPr>
          <p:cNvPr id="4" name="ZoneTexte 30">
            <a:extLst>
              <a:ext uri="{FF2B5EF4-FFF2-40B4-BE49-F238E27FC236}">
                <a16:creationId xmlns:a16="http://schemas.microsoft.com/office/drawing/2014/main" id="{C6A98321-E2FB-BA54-2C7C-C6FAE635B1A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F472C68-8BBB-B295-F133-C34823F6F4A8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920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6402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6D1D583A-9E57-B8FF-C5B6-5F9EE9C9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179768" y="1830173"/>
            <a:ext cx="6857999" cy="31976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8276709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42058"/>
            <a:ext cx="8281441" cy="199380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596470"/>
            <a:ext cx="8281440" cy="4640818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192343" y="1142058"/>
            <a:ext cx="2448793" cy="205658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92343" y="1596470"/>
            <a:ext cx="2448793" cy="46408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2" y="6457292"/>
            <a:ext cx="82767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16">
            <a:extLst>
              <a:ext uri="{FF2B5EF4-FFF2-40B4-BE49-F238E27FC236}">
                <a16:creationId xmlns:a16="http://schemas.microsoft.com/office/drawing/2014/main" id="{9666D286-AB20-062D-A43F-74C9D7759B7D}"/>
              </a:ext>
            </a:extLst>
          </p:cNvPr>
          <p:cNvCxnSpPr>
            <a:cxnSpLocks/>
          </p:cNvCxnSpPr>
          <p:nvPr userDrawn="1"/>
        </p:nvCxnSpPr>
        <p:spPr>
          <a:xfrm>
            <a:off x="9192343" y="6457292"/>
            <a:ext cx="244706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510C2F0B-2799-67BD-FD30-3323FE6E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contenu 6">
            <a:extLst>
              <a:ext uri="{FF2B5EF4-FFF2-40B4-BE49-F238E27FC236}">
                <a16:creationId xmlns:a16="http://schemas.microsoft.com/office/drawing/2014/main" id="{BB6B3779-78D5-9210-1459-E20DFD83BF8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759281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7" name="ZoneTexte 30">
            <a:extLst>
              <a:ext uri="{FF2B5EF4-FFF2-40B4-BE49-F238E27FC236}">
                <a16:creationId xmlns:a16="http://schemas.microsoft.com/office/drawing/2014/main" id="{9A6DF3F5-8564-E129-6554-B6EDA6853068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395C06-3B11-8812-966B-5A6B6AA95084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26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0009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D429C1F7-136C-DAC8-26FD-DE5E9DDAE7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722797" y="373203"/>
            <a:ext cx="6857999" cy="61116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199"/>
            <a:ext cx="5395946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31554"/>
            <a:ext cx="5400677" cy="210108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86706"/>
            <a:ext cx="5400677" cy="465058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40463" y="1132977"/>
            <a:ext cx="5400675" cy="208461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86706"/>
            <a:ext cx="5400676" cy="46505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6240462" y="6457292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B083480F-4AEB-CC56-9E28-75B8E7A5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contenu 6">
            <a:extLst>
              <a:ext uri="{FF2B5EF4-FFF2-40B4-BE49-F238E27FC236}">
                <a16:creationId xmlns:a16="http://schemas.microsoft.com/office/drawing/2014/main" id="{47DD7148-9127-86A3-6944-6DF6931A959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7" y="6570000"/>
            <a:ext cx="4712050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7" name="ZoneTexte 30">
            <a:extLst>
              <a:ext uri="{FF2B5EF4-FFF2-40B4-BE49-F238E27FC236}">
                <a16:creationId xmlns:a16="http://schemas.microsoft.com/office/drawing/2014/main" id="{69C38BEF-2317-F24E-C3B1-1AA0A6810398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FB2DD0-93CC-F92C-4E8C-5BA3458E25C3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665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71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1B32CB2B-A035-FA4B-985C-190F69D1D8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3354204" y="0"/>
            <a:ext cx="8853396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3"/>
            <a:ext cx="8085889" cy="21681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95354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ED9200E-EA6C-759C-F110-06F6C138A237}"/>
              </a:ext>
            </a:extLst>
          </p:cNvPr>
          <p:cNvCxnSpPr>
            <a:cxnSpLocks/>
          </p:cNvCxnSpPr>
          <p:nvPr userDrawn="1"/>
        </p:nvCxnSpPr>
        <p:spPr>
          <a:xfrm>
            <a:off x="550863" y="1160463"/>
            <a:ext cx="2664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2664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7292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24F11CE2-041F-6445-F54A-56AAFFD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95AC962B-733D-ABAE-17E4-E513BAC8B9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ZoneTexte 30">
            <a:extLst>
              <a:ext uri="{FF2B5EF4-FFF2-40B4-BE49-F238E27FC236}">
                <a16:creationId xmlns:a16="http://schemas.microsoft.com/office/drawing/2014/main" id="{B9EA91B6-6CF2-5B80-F0AE-B0ED5165D982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9F5E73-E5D7-0B11-9227-681DA930D820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11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35835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green background with a blue sky&#10;&#10;Description automatically generated with medium confidence">
            <a:extLst>
              <a:ext uri="{FF2B5EF4-FFF2-40B4-BE49-F238E27FC236}">
                <a16:creationId xmlns:a16="http://schemas.microsoft.com/office/drawing/2014/main" id="{36EB94C7-32BE-B79B-9241-EA22197B9FA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1751899" y="1751901"/>
            <a:ext cx="6857999" cy="33542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5"/>
            <a:ext cx="8085889" cy="216814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95354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7292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24F11CE2-041F-6445-F54A-56AAFFD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/>
          <a:p>
            <a:fld id="{27D40A0C-669C-7745-8A4B-A0A60E70B612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95AC962B-733D-ABAE-17E4-E513BAC8B9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Pie 3">
            <a:extLst>
              <a:ext uri="{FF2B5EF4-FFF2-40B4-BE49-F238E27FC236}">
                <a16:creationId xmlns:a16="http://schemas.microsoft.com/office/drawing/2014/main" id="{1C885AC9-694A-E290-7FD7-88274018B15F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78A09-D466-EAA0-1FD0-EF2560476412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30">
            <a:extLst>
              <a:ext uri="{FF2B5EF4-FFF2-40B4-BE49-F238E27FC236}">
                <a16:creationId xmlns:a16="http://schemas.microsoft.com/office/drawing/2014/main" id="{1BF41F40-595B-48CD-E781-95878742749D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EBE6346-AC0F-95D1-CFD8-CB8054A615A5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988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47578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 flipH="1">
            <a:off x="9048328" y="0"/>
            <a:ext cx="3143672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8276709" cy="631875"/>
          </a:xfrm>
        </p:spPr>
        <p:txBody>
          <a:bodyPr vert="horz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40"/>
            <a:ext cx="8281441" cy="221864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556794"/>
            <a:ext cx="8281440" cy="4698648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192343" y="1125540"/>
            <a:ext cx="2448793" cy="221864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92343" y="1556790"/>
            <a:ext cx="2448793" cy="469865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2" y="6453188"/>
            <a:ext cx="827670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848D36-EF43-BF13-EBBC-7CD2D001BD8C}"/>
              </a:ext>
            </a:extLst>
          </p:cNvPr>
          <p:cNvSpPr txBox="1"/>
          <p:nvPr userDrawn="1"/>
        </p:nvSpPr>
        <p:spPr>
          <a:xfrm>
            <a:off x="2732926" y="7294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fr-FR" sz="1200">
              <a:latin typeface="Arial" panose="020B0604020202020204" pitchFamily="34" charset="0"/>
            </a:endParaRPr>
          </a:p>
        </p:txBody>
      </p:sp>
      <p:cxnSp>
        <p:nvCxnSpPr>
          <p:cNvPr id="10" name="Connecteur droit 16">
            <a:extLst>
              <a:ext uri="{FF2B5EF4-FFF2-40B4-BE49-F238E27FC236}">
                <a16:creationId xmlns:a16="http://schemas.microsoft.com/office/drawing/2014/main" id="{FE42EF74-D160-90C0-E1BE-B28D66B074F1}"/>
              </a:ext>
            </a:extLst>
          </p:cNvPr>
          <p:cNvCxnSpPr>
            <a:cxnSpLocks/>
          </p:cNvCxnSpPr>
          <p:nvPr userDrawn="1"/>
        </p:nvCxnSpPr>
        <p:spPr>
          <a:xfrm>
            <a:off x="9192343" y="6453188"/>
            <a:ext cx="24470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EF3FC79F-B88C-8E01-0898-E0B4EFE8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contenu 6">
            <a:extLst>
              <a:ext uri="{FF2B5EF4-FFF2-40B4-BE49-F238E27FC236}">
                <a16:creationId xmlns:a16="http://schemas.microsoft.com/office/drawing/2014/main" id="{BD45DD6B-1B35-99CF-127B-561BE4952E1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6" y="6570000"/>
            <a:ext cx="759281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9" name="ZoneTexte 30">
            <a:extLst>
              <a:ext uri="{FF2B5EF4-FFF2-40B4-BE49-F238E27FC236}">
                <a16:creationId xmlns:a16="http://schemas.microsoft.com/office/drawing/2014/main" id="{E76FB809-1B2B-CCF6-24BB-429FDD2D7B24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03096E9-3812-E7EE-F73E-A45B1A3882EE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027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6098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>
            <a:off x="6096000" y="1"/>
            <a:ext cx="6113459" cy="685799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349200"/>
            <a:ext cx="5395946" cy="647697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1125538"/>
            <a:ext cx="5400677" cy="215900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3E2C40-4C7F-6E36-C2FB-962C73150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556792"/>
            <a:ext cx="5400677" cy="4680492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40463" y="1130395"/>
            <a:ext cx="5400675" cy="251219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463" y="1556910"/>
            <a:ext cx="5400676" cy="469853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14744E-D487-EF19-52F0-0B3D709B5928}"/>
              </a:ext>
            </a:extLst>
          </p:cNvPr>
          <p:cNvCxnSpPr>
            <a:cxnSpLocks/>
          </p:cNvCxnSpPr>
          <p:nvPr userDrawn="1"/>
        </p:nvCxnSpPr>
        <p:spPr>
          <a:xfrm>
            <a:off x="550863" y="6457292"/>
            <a:ext cx="5400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6240462" y="6454800"/>
            <a:ext cx="54006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7">
            <a:extLst>
              <a:ext uri="{FF2B5EF4-FFF2-40B4-BE49-F238E27FC236}">
                <a16:creationId xmlns:a16="http://schemas.microsoft.com/office/drawing/2014/main" id="{68458D01-F4C6-680F-D539-89DAF54C3413}"/>
              </a:ext>
            </a:extLst>
          </p:cNvPr>
          <p:cNvCxnSpPr>
            <a:cxnSpLocks/>
          </p:cNvCxnSpPr>
          <p:nvPr userDrawn="1"/>
        </p:nvCxnSpPr>
        <p:spPr>
          <a:xfrm>
            <a:off x="550861" y="6454800"/>
            <a:ext cx="54006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F0FD329-A27E-51A3-480F-9C04DED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19D01319-1A5E-43BA-3540-3F52885879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234697" y="6570000"/>
            <a:ext cx="4712050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9" name="ZoneTexte 30">
            <a:extLst>
              <a:ext uri="{FF2B5EF4-FFF2-40B4-BE49-F238E27FC236}">
                <a16:creationId xmlns:a16="http://schemas.microsoft.com/office/drawing/2014/main" id="{39D24033-DF4D-0ED7-1A57-92CACF576185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78E3F20-EC2E-870A-570B-4022DDD01109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37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00156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3F6DC542-5B1A-64A1-E24C-9BF259A3F9F3}"/>
              </a:ext>
            </a:extLst>
          </p:cNvPr>
          <p:cNvSpPr txBox="1"/>
          <p:nvPr userDrawn="1"/>
        </p:nvSpPr>
        <p:spPr>
          <a:xfrm>
            <a:off x="3359696" y="1"/>
            <a:ext cx="8832304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A78A85-561E-020D-C7F8-40BBB3F19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735A6-6302-B3D2-6BB7-6309454C5C3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35804D-7044-B129-7E2C-ED3868BD4F8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3"/>
            <a:ext cx="8085888" cy="211772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6BF488-D9DF-64BA-30D9-77D4A3CB1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44"/>
            <a:ext cx="8085888" cy="4895841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EA01619-26E7-1752-2492-BA8B62D4773E}"/>
              </a:ext>
            </a:extLst>
          </p:cNvPr>
          <p:cNvCxnSpPr>
            <a:cxnSpLocks/>
          </p:cNvCxnSpPr>
          <p:nvPr userDrawn="1"/>
        </p:nvCxnSpPr>
        <p:spPr>
          <a:xfrm>
            <a:off x="3545784" y="6453188"/>
            <a:ext cx="809535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A58D0F3-933B-44A0-AA4E-059DFC9A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contenu 6">
            <a:extLst>
              <a:ext uri="{FF2B5EF4-FFF2-40B4-BE49-F238E27FC236}">
                <a16:creationId xmlns:a16="http://schemas.microsoft.com/office/drawing/2014/main" id="{90BAEBC7-9C13-C823-651C-6CF5BCB1CA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45784" y="6570000"/>
            <a:ext cx="6294631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4" name="ZoneTexte 30">
            <a:extLst>
              <a:ext uri="{FF2B5EF4-FFF2-40B4-BE49-F238E27FC236}">
                <a16:creationId xmlns:a16="http://schemas.microsoft.com/office/drawing/2014/main" id="{15305BAF-50BD-584B-DC74-C009508EB3DC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6F6E4E-77DF-D5C8-6FC4-15CBB7325373}"/>
              </a:ext>
            </a:extLst>
          </p:cNvPr>
          <p:cNvSpPr txBox="1"/>
          <p:nvPr userDrawn="1"/>
        </p:nvSpPr>
        <p:spPr>
          <a:xfrm>
            <a:off x="540130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927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 contras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t 12" hidden="1">
            <a:extLst>
              <a:ext uri="{FF2B5EF4-FFF2-40B4-BE49-F238E27FC236}">
                <a16:creationId xmlns:a16="http://schemas.microsoft.com/office/drawing/2014/main" id="{B384F69C-2F24-272B-6EF1-4BFDBE7294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06833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3" name="Objet 12" hidden="1">
                        <a:extLst>
                          <a:ext uri="{FF2B5EF4-FFF2-40B4-BE49-F238E27FC236}">
                            <a16:creationId xmlns:a16="http://schemas.microsoft.com/office/drawing/2014/main" id="{B384F69C-2F24-272B-6EF1-4BFDBE729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192BD771-3CC7-7053-83CF-B048C0ACDDE2}"/>
              </a:ext>
            </a:extLst>
          </p:cNvPr>
          <p:cNvSpPr txBox="1"/>
          <p:nvPr userDrawn="1"/>
        </p:nvSpPr>
        <p:spPr>
          <a:xfrm flipH="1">
            <a:off x="0" y="0"/>
            <a:ext cx="3143672" cy="685799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/>
            <a:endParaRPr lang="en-US" sz="3600" u="none" strike="noStrike" cap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011ADB7C-2BFE-5201-7E80-4A7CB5B2A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594" y="2639112"/>
            <a:ext cx="2444062" cy="90662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fr-FR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6C2B456-2FBB-0CCF-35AD-10F95452A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2" y="3806931"/>
            <a:ext cx="2444061" cy="342139"/>
          </a:xfrm>
        </p:spPr>
        <p:txBody>
          <a:bodyPr anchor="t">
            <a:noAutofit/>
          </a:bodyPr>
          <a:lstStyle>
            <a:lvl1pPr marL="0" indent="0">
              <a:buClr>
                <a:schemeClr val="bg1"/>
              </a:buClr>
              <a:buNone/>
              <a:defRPr sz="1400" b="1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310C5BB4-05F5-13FD-06D5-F7F90D3D757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55249" y="908722"/>
            <a:ext cx="8085888" cy="216816"/>
          </a:xfrm>
        </p:spPr>
        <p:txBody>
          <a:bodyPr anchor="t">
            <a:noAutofit/>
          </a:bodyPr>
          <a:lstStyle>
            <a:lvl1pPr marL="0" indent="0">
              <a:buNone/>
              <a:defRPr sz="1400" b="1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23" name="Espace réservé du contenu 5">
            <a:extLst>
              <a:ext uri="{FF2B5EF4-FFF2-40B4-BE49-F238E27FC236}">
                <a16:creationId xmlns:a16="http://schemas.microsoft.com/office/drawing/2014/main" id="{75B3DDDB-0FFF-0BA0-DC0E-79048AFFC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5250" y="1341439"/>
            <a:ext cx="8085888" cy="489585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24" name="Connecteur droit 17">
            <a:extLst>
              <a:ext uri="{FF2B5EF4-FFF2-40B4-BE49-F238E27FC236}">
                <a16:creationId xmlns:a16="http://schemas.microsoft.com/office/drawing/2014/main" id="{BB677063-FA53-5A9A-5F24-154EFB7ACDED}"/>
              </a:ext>
            </a:extLst>
          </p:cNvPr>
          <p:cNvCxnSpPr>
            <a:cxnSpLocks/>
          </p:cNvCxnSpPr>
          <p:nvPr userDrawn="1"/>
        </p:nvCxnSpPr>
        <p:spPr>
          <a:xfrm>
            <a:off x="3544958" y="6453336"/>
            <a:ext cx="80953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5">
            <a:extLst>
              <a:ext uri="{FF2B5EF4-FFF2-40B4-BE49-F238E27FC236}">
                <a16:creationId xmlns:a16="http://schemas.microsoft.com/office/drawing/2014/main" id="{E7E2C119-EF2B-38F6-0525-06C871F9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836" y="6570000"/>
            <a:ext cx="323476" cy="109870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40A0C-669C-7745-8A4B-A0A60E70B612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7" name="Espace réservé du contenu 6">
            <a:extLst>
              <a:ext uri="{FF2B5EF4-FFF2-40B4-BE49-F238E27FC236}">
                <a16:creationId xmlns:a16="http://schemas.microsoft.com/office/drawing/2014/main" id="{86608BDE-897C-79A9-D915-0BB179DBABC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23792" y="6570000"/>
            <a:ext cx="5616623" cy="252569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Source: 1. </a:t>
            </a:r>
          </a:p>
        </p:txBody>
      </p:sp>
      <p:sp>
        <p:nvSpPr>
          <p:cNvPr id="2" name="Pie 1">
            <a:extLst>
              <a:ext uri="{FF2B5EF4-FFF2-40B4-BE49-F238E27FC236}">
                <a16:creationId xmlns:a16="http://schemas.microsoft.com/office/drawing/2014/main" id="{A835BE02-9642-D00A-42E3-D2ABBB0EF3C5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D263C-7D47-5073-7683-74D04407E5CA}"/>
              </a:ext>
            </a:extLst>
          </p:cNvPr>
          <p:cNvSpPr/>
          <p:nvPr userDrawn="1"/>
        </p:nvSpPr>
        <p:spPr>
          <a:xfrm>
            <a:off x="0" y="246322"/>
            <a:ext cx="191344" cy="423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lang="fr-FR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0">
            <a:extLst>
              <a:ext uri="{FF2B5EF4-FFF2-40B4-BE49-F238E27FC236}">
                <a16:creationId xmlns:a16="http://schemas.microsoft.com/office/drawing/2014/main" id="{2DDB37EA-A3C9-8886-2554-B4F3286733E9}"/>
              </a:ext>
            </a:extLst>
          </p:cNvPr>
          <p:cNvSpPr txBox="1"/>
          <p:nvPr userDrawn="1"/>
        </p:nvSpPr>
        <p:spPr>
          <a:xfrm>
            <a:off x="9912424" y="6570000"/>
            <a:ext cx="123448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</a:rPr>
              <a:t>©Year Acme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71C2A4-A825-1321-2CCC-00A293AF826E}"/>
              </a:ext>
            </a:extLst>
          </p:cNvPr>
          <p:cNvSpPr txBox="1"/>
          <p:nvPr userDrawn="1"/>
        </p:nvSpPr>
        <p:spPr>
          <a:xfrm>
            <a:off x="3544958" y="6551596"/>
            <a:ext cx="609600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C782"/>
              </a:buClr>
              <a:buSzPct val="100000"/>
              <a:buFont typeface="Arial" panose="020B0604020202020204" pitchFamily="34" charset="0"/>
              <a:buNone/>
              <a:tabLst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ACME_logo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67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DB57-4F57-34EF-376B-C38DC51B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FE23-7715-FE22-7CC4-037423AC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D7CBD-E2A1-09A1-68C1-47FDED4D2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40A0C-669C-7745-8A4B-A0A60E70B61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11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 7" hidden="1">
            <a:extLst>
              <a:ext uri="{FF2B5EF4-FFF2-40B4-BE49-F238E27FC236}">
                <a16:creationId xmlns:a16="http://schemas.microsoft.com/office/drawing/2014/main" id="{3A103B6D-DA26-B464-7605-6450CBFC7F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9259324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7772400" imgH="10058400" progId="TCLayout.ActiveDocument.1">
                  <p:embed/>
                </p:oleObj>
              </mc:Choice>
              <mc:Fallback>
                <p:oleObj name="think-cell Slide" r:id="rId25" imgW="7772400" imgH="10058400" progId="TCLayout.ActiveDocument.1">
                  <p:embed/>
                  <p:pic>
                    <p:nvPicPr>
                      <p:cNvPr id="8" name="Objet 7" hidden="1">
                        <a:extLst>
                          <a:ext uri="{FF2B5EF4-FFF2-40B4-BE49-F238E27FC236}">
                            <a16:creationId xmlns:a16="http://schemas.microsoft.com/office/drawing/2014/main" id="{3A103B6D-DA26-B464-7605-6450CBFC7F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FB5346-A681-43DB-425B-87CED865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348633"/>
            <a:ext cx="11090275" cy="6278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7CB5F8-9577-CB6C-8B03-4B239753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125538"/>
            <a:ext cx="11090275" cy="5111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654C62-AA56-F052-603F-E34588EE5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662" y="6530812"/>
            <a:ext cx="323476" cy="10987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 rtl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27D40A0C-669C-7745-8A4B-A0A60E70B612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Pie 6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5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76" r:id="rId3"/>
    <p:sldLayoutId id="2147483652" r:id="rId4"/>
    <p:sldLayoutId id="2147483653" r:id="rId5"/>
    <p:sldLayoutId id="2147483697" r:id="rId6"/>
    <p:sldLayoutId id="2147483655" r:id="rId7"/>
    <p:sldLayoutId id="2147483720" r:id="rId8"/>
    <p:sldLayoutId id="2147483724" r:id="rId9"/>
    <p:sldLayoutId id="2147483722" r:id="rId10"/>
    <p:sldLayoutId id="2147483711" r:id="rId11"/>
    <p:sldLayoutId id="2147483712" r:id="rId12"/>
    <p:sldLayoutId id="2147483713" r:id="rId13"/>
    <p:sldLayoutId id="2147483717" r:id="rId14"/>
    <p:sldLayoutId id="2147483715" r:id="rId15"/>
    <p:sldLayoutId id="2147483719" r:id="rId16"/>
    <p:sldLayoutId id="2147483732" r:id="rId17"/>
    <p:sldLayoutId id="2147483728" r:id="rId18"/>
    <p:sldLayoutId id="2147483726" r:id="rId19"/>
    <p:sldLayoutId id="2147483730" r:id="rId20"/>
    <p:sldLayoutId id="2147483731" r:id="rId21"/>
    <p:sldLayoutId id="214748373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Trebuchet MS" panose="020B0703020202090204" pitchFamily="34" charset="0"/>
          <a:ea typeface="+mj-ea"/>
          <a:cs typeface="Futura Medium" panose="020B0602020204020303" pitchFamily="34" charset="-79"/>
        </a:defRPr>
      </a:lvl1pPr>
    </p:titleStyle>
    <p:bodyStyle>
      <a:lvl1pPr marL="136525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•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7305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−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1638" indent="-128588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◦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4988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668338" indent="-13335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SzPct val="100000"/>
        <a:buFont typeface="System Font Regular"/>
        <a:buChar char="▫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84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4065" userDrawn="1">
          <p15:clr>
            <a:srgbClr val="F26B43"/>
          </p15:clr>
        </p15:guide>
        <p15:guide id="7" pos="3749" userDrawn="1">
          <p15:clr>
            <a:srgbClr val="A4A3A4"/>
          </p15:clr>
        </p15:guide>
        <p15:guide id="8" pos="3840" userDrawn="1">
          <p15:clr>
            <a:srgbClr val="F26B43"/>
          </p15:clr>
        </p15:guide>
        <p15:guide id="10" pos="3931" userDrawn="1">
          <p15:clr>
            <a:srgbClr val="A4A3A4"/>
          </p15:clr>
        </p15:guide>
        <p15:guide id="11" orient="horz" pos="210" userDrawn="1">
          <p15:clr>
            <a:srgbClr val="FBAE40"/>
          </p15:clr>
        </p15:guide>
        <p15:guide id="12" orient="horz" pos="61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E0BCE59B-D444-7A18-DCCB-70AFE1EA42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ACAD432-3BA2-C857-1F08-57EFA4F26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A7B49F1B-6722-9095-525C-4E4E2657B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BFC38C-423B-3DD8-A88D-A1A1A9C3A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21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C0C3D-26C5-B176-7BFF-652003441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D99522-BBC2-339A-157B-E266188B4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13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60B66-4F97-16A2-5884-362D844D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D0980E-EC25-1F76-A0E7-024667E7F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0DA2D1-8508-AF08-321B-9DD6AB31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23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80E5D0-5026-EB71-0F67-47CE171B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F73BCE-7414-9647-031B-5E1E9658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B1391B-9E18-29A1-5039-16BED643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4</a:t>
            </a:fld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FA08A71-20BC-F105-521A-0896E8DDCFE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29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AFBC28-EC91-4C6B-21FC-51452A2E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4542B0-4EEC-FBEE-97E0-DC5D5E41CC6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138008-195A-9DF9-CDBA-4C150FA4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10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A78B4462-098A-BEFB-12A5-0B213061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DBBAC5-9A7A-F9B1-7594-7A706C39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3C84BBC7-166F-A5FB-3EB4-D0E396C32405}"/>
              </a:ext>
            </a:extLst>
          </p:cNvPr>
          <p:cNvSpPr>
            <a:spLocks noGrp="1"/>
          </p:cNvSpPr>
          <p:nvPr>
            <p:ph type="subTitle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601E0-E097-6F4C-1CB6-93C63DFC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6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40ECFB3-DB91-97BB-BC3F-A41D4BC064F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CDF13B5-C492-7E19-E47D-AF5DEC25A9CD}"/>
              </a:ext>
            </a:extLst>
          </p:cNvPr>
          <p:cNvSpPr txBox="1">
            <a:spLocks/>
          </p:cNvSpPr>
          <p:nvPr/>
        </p:nvSpPr>
        <p:spPr>
          <a:xfrm>
            <a:off x="1947271" y="2356821"/>
            <a:ext cx="11090275" cy="47239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qsdf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969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B41E7-9281-699C-9E57-E2B30557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D1C5C7F7-F1BB-F645-9BFD-AC43D790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8B9A51C8-0821-CC8D-FE41-EC0456012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708311"/>
              </p:ext>
            </p:extLst>
          </p:nvPr>
        </p:nvGraphicFramePr>
        <p:xfrm>
          <a:off x="550863" y="1622758"/>
          <a:ext cx="5918303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A357C0-33AA-F8BB-B7C0-8DFBCE7B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7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3C2A6227-568F-E980-735B-9E2C7525D87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8D0B1F2F-2950-2FED-2CF1-55AA8817ED3F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945984DF-2BDC-B335-76E3-4D1A5C06727A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371020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688E-47CF-1959-E687-9402B2CA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BD6B52A-FF19-78CF-A935-E133AB89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43A9A298-18DF-1A43-C8A6-AF4C2F808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47063"/>
              </p:ext>
            </p:extLst>
          </p:nvPr>
        </p:nvGraphicFramePr>
        <p:xfrm>
          <a:off x="550863" y="1622758"/>
          <a:ext cx="5935395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B4F2E0-11FD-0E6A-3E72-DE65E7BF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8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4FFBAF71-AAF1-3782-E97A-9AE70D79E6A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E47B0D7A-5F90-F7D3-A811-E1A7AEE96FB1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997B11C3-8955-D64A-329E-B0AA8D59C74C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352556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962F-0DD9-4D69-1322-91DEA5F6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E6BA610B-9EE9-45A1-B28B-47B1ECDE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9C81EFE1-097D-C671-2766-C25389738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567379"/>
              </p:ext>
            </p:extLst>
          </p:nvPr>
        </p:nvGraphicFramePr>
        <p:xfrm>
          <a:off x="550864" y="1622758"/>
          <a:ext cx="5713204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42C37B-CB35-17E7-8EE5-6ED39227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9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190093B9-4BCE-CCC2-2DCD-4F71A64766E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9B4B49E6-ACBD-1A9F-8953-1EB368346C96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33F8A7A2-5825-1682-27AF-955BF8FEC5B1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219797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C0B6-82C3-CBAE-E390-40F0B561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5B9B5EFF-D6C0-5F6D-B181-93D9A1EE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6856BEA8-6434-0F26-881F-058CB793B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347680"/>
              </p:ext>
            </p:extLst>
          </p:nvPr>
        </p:nvGraphicFramePr>
        <p:xfrm>
          <a:off x="550864" y="1622758"/>
          <a:ext cx="5661930" cy="461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7A835A-87A2-B939-1DD1-F196BE14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10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BB8D210-4F84-AB0E-C916-9C28A951492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12965206-88B4-0F47-8E28-3FA959B2EF16}"/>
              </a:ext>
            </a:extLst>
          </p:cNvPr>
          <p:cNvSpPr txBox="1">
            <a:spLocks/>
          </p:cNvSpPr>
          <p:nvPr/>
        </p:nvSpPr>
        <p:spPr>
          <a:xfrm>
            <a:off x="6882254" y="1622758"/>
            <a:ext cx="4804303" cy="44484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Comment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4B04BF95-50FB-9DF2-7E0A-AC1BBEDAB16D}"/>
              </a:ext>
            </a:extLst>
          </p:cNvPr>
          <p:cNvSpPr txBox="1">
            <a:spLocks/>
          </p:cNvSpPr>
          <p:nvPr/>
        </p:nvSpPr>
        <p:spPr>
          <a:xfrm>
            <a:off x="550863" y="1204783"/>
            <a:ext cx="5636292" cy="275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6525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7305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1638" indent="-1285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◦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498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68338" indent="-1333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00000"/>
              <a:buFont typeface="System Font Regular"/>
              <a:buChar char="▫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buNone/>
            </a:pPr>
            <a:r>
              <a:rPr lang="fr-FR" b="1" dirty="0"/>
              <a:t>Chart </a:t>
            </a:r>
            <a:r>
              <a:rPr lang="fr-FR" b="1" dirty="0" err="1"/>
              <a:t>name</a:t>
            </a:r>
            <a:r>
              <a:rPr lang="fr-FR" dirty="0"/>
              <a:t>, </a:t>
            </a:r>
            <a:r>
              <a:rPr lang="fr-FR" i="1" dirty="0">
                <a:solidFill>
                  <a:schemeClr val="accent6"/>
                </a:solidFill>
              </a:rPr>
              <a:t>unit</a:t>
            </a:r>
          </a:p>
        </p:txBody>
      </p:sp>
    </p:spTree>
    <p:extLst>
      <p:ext uri="{BB962C8B-B14F-4D97-AF65-F5344CB8AC3E}">
        <p14:creationId xmlns:p14="http://schemas.microsoft.com/office/powerpoint/2010/main" val="126192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BBC5BA43-0109-A451-0B17-1344EBBD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9A39B9F-8FE3-C5E4-66EB-23D6B854B0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7886110-4BF1-3B19-47FC-1B3A623E68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5021DA-9147-47DF-2270-FA79520A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11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08669132-B2E9-C7FD-0E5A-195E1E90B39F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69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13B95-550F-B65B-3507-ADE3B9DA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2AF4BA-3A94-A6AA-75ED-51F19EF10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0ABFD61-CD4F-EC1A-5115-45CDDC420B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696CA1-6E07-520A-1327-ED245650A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C3FD960-175C-64AD-76A4-03C56B091E1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7EC4A8-8CF5-8C79-BAB5-0AA6E55E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12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8FA1B2A-92F7-40FB-F965-CA4A4804D57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999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382BF3-A58D-9FCC-73D2-D23B8E30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7C86A9-5AA4-5FEE-279D-DB62E9AF5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15B9A0-C888-2906-494C-2BE85967A7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9EBAB0-D7CA-FCF6-5AE7-F3182BDD7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A49452-0460-60CD-1237-4332D2B7D6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4EFA7C-21AE-6C7D-FAC2-7D19DE42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13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421CB7E-7CF9-8773-A8E0-CBC5497D8F7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93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C1C7A-2951-8460-E931-5812BA57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E58D27-D33D-9A6A-261A-FC37592CC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58881E-4F55-3D28-CF02-3F4E9115E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705FAFD-60FB-F8C7-491E-8FB862F9C8A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64BB6A-ABB8-43B5-C4FE-21B96FB0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14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6E2B333-DEEF-7099-9A0E-5BCFE430682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96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B6622-6B31-137C-3057-BEC114E1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ECFB8F-18AF-4F46-A86C-FEBFF34FB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B2C9B2-1C38-1A3B-A3B6-94D76323AA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2F573AA-32F1-9474-AA0B-5F748B545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09746BB-053D-5EAC-CCE0-A0561FCC3E1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2EE0964-0DD7-A113-68C6-51DE83E049B7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E8625F8-C8B3-70DA-59F3-2E8F89562010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BA1548-2B85-A72F-BEF1-2AF72880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15</a:t>
            </a:fld>
            <a:endParaRPr lang="fr-FR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94A0CC14-B06D-8574-9642-42CAE0EDB56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246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0EC06-30A6-F2AF-B561-806978C6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51E751-4D1F-8AFF-4DDB-151A4B82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735BF3-7AFE-76C1-631C-652548B2C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40A0C-669C-7745-8A4B-A0A60E70B61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D6002-5264-FF81-5C58-8257C5BE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A0BAAF-9233-FECD-C9A4-9D6BB9CB1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86A069-0F52-B4CB-EABB-F7F2BE1DDC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8F4092-5C55-47A8-80BF-15DB6F705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D0BBC1-AF6B-7FB2-8131-9CFFE5B4F72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C13A4A-3651-3F41-649E-1290DB09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17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BFFDC8F-D14C-28D8-B388-6724C21B4BA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761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54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C00EF-B038-0C65-A241-7BA2006BD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00C2F0-0A4E-E4B1-6889-CCD71BAA0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EDA83A-70CF-2093-E08B-6577F07B9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3704343-FDF9-0B04-E26C-C52FDAC38A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206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CA97C-1EB3-759D-152E-F5D49FB8B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574AA7-F19E-53D0-15C6-BAED9DD9A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11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57F5E2-DE24-B1BE-806A-41DFD0EA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89FC4E-69D2-CB98-99E0-8235C5DF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21</a:t>
            </a:fld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014636-1242-DAAA-256A-ED368B606B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8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38188-5DE4-C5CB-FE17-B4AE4BD4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F5E41D-FE93-0A76-9D73-D1E1F79C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D7C8C-FA55-7BC1-9885-70240B5F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04F6FA0-64EA-A96F-77DB-DC90079102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029647-4684-D393-CF0A-BF12BF20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22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D007424-99FE-9625-45E0-4F3C4A8FB98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009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96F93-28B3-0AC4-E12E-B919C02E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334444-FCDF-1684-3FB8-353DDE1A5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352B93-713D-7B29-0C96-707BE1CD5E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155886C-20D1-8079-4E2C-A73C6BE8B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79C5220-BA0D-98C6-8A4B-CC116CD16E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8D98DD-0E84-F6F8-641C-DE30A625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74E6D85-D63B-5397-6C95-9A1C410A807A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475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FCE2F-EEED-699F-16B7-14583F29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EE0DEE-BE02-0E60-46F1-9B17BE9DC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B6691-49FC-D5CD-00E2-956161A686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481CB5-EAF6-34D0-38D2-004DF250D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BAEE9E-9656-7330-1450-08204C79A98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37C2DD-0597-C781-B47B-9ED87A68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45008B4-06ED-42AB-99A0-FF2AA10C8FC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03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43E8F-F946-1ADE-FB37-0EBF4D9C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75CAD6-9E20-BF63-6D76-BAE57FC8D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3ADEE2-BB69-96C8-ECF0-FBB50E9BF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91EAC36-2BCB-A68E-5176-6D64BE2064F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F94BA1-CADC-3BB5-F63F-E912932E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A655AE8-4AB0-E991-4F30-5F6219C4F5C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208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17A19-CAE4-FA2F-080D-DA17849C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D07D73-8ACA-BC20-1ADF-744E20D84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D383B4-B0C9-D409-F9B1-C9DF0C4ED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682BE46-4ADD-712E-693C-56A5CC4DE5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E0291-96D4-4AAD-9728-6D788249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414BBDE-DFC1-B1B1-CCB9-338AAFF2DAE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653382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big-number"/>
          <p:cNvSpPr txBox="1"/>
          <p:nvPr/>
        </p:nvSpPr>
        <p:spPr>
          <a:xfrm>
            <a:off x="914400" y="2148840"/>
            <a:ext cx="10360152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chemeClr val="accent2"/>
                </a:solidFill>
                <a:latin typeface="Arial"/>
              </a:rPr>
              <a:t>€43M</a:t>
            </a:r>
          </a:p>
        </p:txBody>
      </p:sp>
      <p:sp>
        <p:nvSpPr>
          <p:cNvPr id="8" name="slot.caption"/>
          <p:cNvSpPr txBox="1"/>
          <p:nvPr/>
        </p:nvSpPr>
        <p:spPr>
          <a:xfrm>
            <a:off x="914400" y="388620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chemeClr val="dk1"/>
                </a:solidFill>
                <a:latin typeface="Arial"/>
              </a:rPr>
              <a:t>Supporting caption explaining what the headline figure represents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3587191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4245559" y="1554480"/>
            <a:ext cx="3587191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4245559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4245559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7943392" y="1554480"/>
            <a:ext cx="3587191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7943392" y="2331720"/>
            <a:ext cx="3587191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7943392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2663647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3322015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3322015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3322015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6094476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6094476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6094476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6" name="slot.process-step.4.title"/>
          <p:cNvSpPr/>
          <p:nvPr/>
        </p:nvSpPr>
        <p:spPr>
          <a:xfrm>
            <a:off x="8866936" y="1554480"/>
            <a:ext cx="2663647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4</a:t>
            </a:r>
          </a:p>
        </p:txBody>
      </p:sp>
      <p:sp>
        <p:nvSpPr>
          <p:cNvPr id="17" name="slot.process-step.4.body"/>
          <p:cNvSpPr txBox="1"/>
          <p:nvPr/>
        </p:nvSpPr>
        <p:spPr>
          <a:xfrm>
            <a:off x="8866936" y="2331720"/>
            <a:ext cx="2663647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8" name="decor"/>
          <p:cNvSpPr/>
          <p:nvPr/>
        </p:nvSpPr>
        <p:spPr>
          <a:xfrm>
            <a:off x="8866936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process-step.1.title"/>
          <p:cNvSpPr/>
          <p:nvPr/>
        </p:nvSpPr>
        <p:spPr>
          <a:xfrm>
            <a:off x="548640" y="1554480"/>
            <a:ext cx="2108606" cy="566928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1</a:t>
            </a:r>
          </a:p>
        </p:txBody>
      </p:sp>
      <p:sp>
        <p:nvSpPr>
          <p:cNvPr id="8" name="slot.process-step.1.body"/>
          <p:cNvSpPr txBox="1"/>
          <p:nvPr/>
        </p:nvSpPr>
        <p:spPr>
          <a:xfrm>
            <a:off x="548640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9" name="decor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10" name="slot.process-step.2.title"/>
          <p:cNvSpPr/>
          <p:nvPr/>
        </p:nvSpPr>
        <p:spPr>
          <a:xfrm>
            <a:off x="2766974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2</a:t>
            </a:r>
          </a:p>
        </p:txBody>
      </p:sp>
      <p:sp>
        <p:nvSpPr>
          <p:cNvPr id="11" name="slot.process-step.2.body"/>
          <p:cNvSpPr txBox="1"/>
          <p:nvPr/>
        </p:nvSpPr>
        <p:spPr>
          <a:xfrm>
            <a:off x="2766974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2" name="decor"/>
          <p:cNvSpPr/>
          <p:nvPr/>
        </p:nvSpPr>
        <p:spPr>
          <a:xfrm>
            <a:off x="2766974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rocess-step.3.title"/>
          <p:cNvSpPr/>
          <p:nvPr/>
        </p:nvSpPr>
        <p:spPr>
          <a:xfrm>
            <a:off x="4985308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3</a:t>
            </a:r>
          </a:p>
        </p:txBody>
      </p:sp>
      <p:sp>
        <p:nvSpPr>
          <p:cNvPr id="14" name="slot.process-step.3.body"/>
          <p:cNvSpPr txBox="1"/>
          <p:nvPr/>
        </p:nvSpPr>
        <p:spPr>
          <a:xfrm>
            <a:off x="4985308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5" name="decor"/>
          <p:cNvSpPr/>
          <p:nvPr/>
        </p:nvSpPr>
        <p:spPr>
          <a:xfrm>
            <a:off x="4985308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6" name="slot.process-step.4.title"/>
          <p:cNvSpPr/>
          <p:nvPr/>
        </p:nvSpPr>
        <p:spPr>
          <a:xfrm>
            <a:off x="7203643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4</a:t>
            </a:r>
          </a:p>
        </p:txBody>
      </p:sp>
      <p:sp>
        <p:nvSpPr>
          <p:cNvPr id="17" name="slot.process-step.4.body"/>
          <p:cNvSpPr txBox="1"/>
          <p:nvPr/>
        </p:nvSpPr>
        <p:spPr>
          <a:xfrm>
            <a:off x="7203643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18" name="decor"/>
          <p:cNvSpPr/>
          <p:nvPr/>
        </p:nvSpPr>
        <p:spPr>
          <a:xfrm>
            <a:off x="7203643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19" name="slot.process-step.5.title"/>
          <p:cNvSpPr/>
          <p:nvPr/>
        </p:nvSpPr>
        <p:spPr>
          <a:xfrm>
            <a:off x="9421977" y="1554480"/>
            <a:ext cx="2108606" cy="566928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accent1"/>
                </a:solidFill>
                <a:latin typeface="Arial"/>
              </a:rPr>
              <a:t>Step 5</a:t>
            </a:r>
          </a:p>
        </p:txBody>
      </p:sp>
      <p:sp>
        <p:nvSpPr>
          <p:cNvPr id="20" name="slot.process-step.5.body"/>
          <p:cNvSpPr txBox="1"/>
          <p:nvPr/>
        </p:nvSpPr>
        <p:spPr>
          <a:xfrm>
            <a:off x="9421977" y="2331720"/>
            <a:ext cx="210860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what happens in this step of the process.</a:t>
            </a:r>
          </a:p>
        </p:txBody>
      </p:sp>
      <p:sp>
        <p:nvSpPr>
          <p:cNvPr id="21" name="decor"/>
          <p:cNvSpPr/>
          <p:nvPr/>
        </p:nvSpPr>
        <p:spPr>
          <a:xfrm>
            <a:off x="9421977" y="132588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4035247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4245559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4245559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4245559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7732166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7943392" y="1920240"/>
            <a:ext cx="342259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7943392" y="2788920"/>
            <a:ext cx="34225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7943392" y="3291840"/>
            <a:ext cx="342259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3111703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3322015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3322015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3322015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5885078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6094476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6094476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6094476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8" name="decor"/>
          <p:cNvSpPr/>
          <p:nvPr/>
        </p:nvSpPr>
        <p:spPr>
          <a:xfrm>
            <a:off x="8657539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9" name="slot.kpi.4.value"/>
          <p:cNvSpPr txBox="1"/>
          <p:nvPr/>
        </p:nvSpPr>
        <p:spPr>
          <a:xfrm>
            <a:off x="8866936" y="1920240"/>
            <a:ext cx="2499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0" name="slot.kpi.4.label"/>
          <p:cNvSpPr txBox="1"/>
          <p:nvPr/>
        </p:nvSpPr>
        <p:spPr>
          <a:xfrm>
            <a:off x="8866936" y="2788920"/>
            <a:ext cx="24990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1" name="slot.kpi.4.body"/>
          <p:cNvSpPr txBox="1"/>
          <p:nvPr/>
        </p:nvSpPr>
        <p:spPr>
          <a:xfrm>
            <a:off x="8866936" y="3291840"/>
            <a:ext cx="249905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kpi.1.value"/>
          <p:cNvSpPr txBox="1"/>
          <p:nvPr/>
        </p:nvSpPr>
        <p:spPr>
          <a:xfrm>
            <a:off x="548640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8" name="slot.kpi.1.label"/>
          <p:cNvSpPr txBox="1"/>
          <p:nvPr/>
        </p:nvSpPr>
        <p:spPr>
          <a:xfrm>
            <a:off x="548640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9" name="slot.kpi.1.body"/>
          <p:cNvSpPr txBox="1"/>
          <p:nvPr/>
        </p:nvSpPr>
        <p:spPr>
          <a:xfrm>
            <a:off x="548640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0" name="decor"/>
          <p:cNvSpPr/>
          <p:nvPr/>
        </p:nvSpPr>
        <p:spPr>
          <a:xfrm>
            <a:off x="2556662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kpi.2.value"/>
          <p:cNvSpPr txBox="1"/>
          <p:nvPr/>
        </p:nvSpPr>
        <p:spPr>
          <a:xfrm>
            <a:off x="2766974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2" name="slot.kpi.2.label"/>
          <p:cNvSpPr txBox="1"/>
          <p:nvPr/>
        </p:nvSpPr>
        <p:spPr>
          <a:xfrm>
            <a:off x="2766974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3" name="slot.kpi.2.body"/>
          <p:cNvSpPr txBox="1"/>
          <p:nvPr/>
        </p:nvSpPr>
        <p:spPr>
          <a:xfrm>
            <a:off x="2766974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4" name="decor"/>
          <p:cNvSpPr/>
          <p:nvPr/>
        </p:nvSpPr>
        <p:spPr>
          <a:xfrm>
            <a:off x="4774996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5" name="slot.kpi.3.value"/>
          <p:cNvSpPr txBox="1"/>
          <p:nvPr/>
        </p:nvSpPr>
        <p:spPr>
          <a:xfrm>
            <a:off x="4985308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16" name="slot.kpi.3.label"/>
          <p:cNvSpPr txBox="1"/>
          <p:nvPr/>
        </p:nvSpPr>
        <p:spPr>
          <a:xfrm>
            <a:off x="4985308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17" name="slot.kpi.3.body"/>
          <p:cNvSpPr txBox="1"/>
          <p:nvPr/>
        </p:nvSpPr>
        <p:spPr>
          <a:xfrm>
            <a:off x="4985308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18" name="decor"/>
          <p:cNvSpPr/>
          <p:nvPr/>
        </p:nvSpPr>
        <p:spPr>
          <a:xfrm>
            <a:off x="6993331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9" name="slot.kpi.4.value"/>
          <p:cNvSpPr txBox="1"/>
          <p:nvPr/>
        </p:nvSpPr>
        <p:spPr>
          <a:xfrm>
            <a:off x="7203643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0" name="slot.kpi.4.label"/>
          <p:cNvSpPr txBox="1"/>
          <p:nvPr/>
        </p:nvSpPr>
        <p:spPr>
          <a:xfrm>
            <a:off x="7203643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1" name="slot.kpi.4.body"/>
          <p:cNvSpPr txBox="1"/>
          <p:nvPr/>
        </p:nvSpPr>
        <p:spPr>
          <a:xfrm>
            <a:off x="7203643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  <p:sp>
        <p:nvSpPr>
          <p:cNvPr id="22" name="decor"/>
          <p:cNvSpPr/>
          <p:nvPr/>
        </p:nvSpPr>
        <p:spPr>
          <a:xfrm>
            <a:off x="9211665" y="1920240"/>
            <a:ext cx="27432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23" name="slot.kpi.5.value"/>
          <p:cNvSpPr txBox="1"/>
          <p:nvPr/>
        </p:nvSpPr>
        <p:spPr>
          <a:xfrm>
            <a:off x="9421977" y="1920240"/>
            <a:ext cx="194401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chemeClr val="accent2"/>
                </a:solidFill>
                <a:latin typeface="Arial"/>
              </a:rPr>
              <a:t>42%</a:t>
            </a:r>
          </a:p>
        </p:txBody>
      </p:sp>
      <p:sp>
        <p:nvSpPr>
          <p:cNvPr id="24" name="slot.kpi.5.label"/>
          <p:cNvSpPr txBox="1"/>
          <p:nvPr/>
        </p:nvSpPr>
        <p:spPr>
          <a:xfrm>
            <a:off x="9421977" y="2788920"/>
            <a:ext cx="194401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Arial"/>
              </a:rPr>
              <a:t>Metric label</a:t>
            </a:r>
          </a:p>
        </p:txBody>
      </p:sp>
      <p:sp>
        <p:nvSpPr>
          <p:cNvPr id="25" name="slot.kpi.5.body"/>
          <p:cNvSpPr txBox="1"/>
          <p:nvPr/>
        </p:nvSpPr>
        <p:spPr>
          <a:xfrm>
            <a:off x="9421977" y="3291840"/>
            <a:ext cx="194401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chemeClr val="dk1"/>
                </a:solidFill>
                <a:latin typeface="Arial"/>
              </a:rPr>
              <a:t>Short supporting detail for the metric.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3017520"/>
            <a:ext cx="5886907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301752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4572000"/>
            <a:ext cx="5007254" cy="138988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4572000"/>
            <a:ext cx="402336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2628900"/>
            <a:ext cx="5886907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262890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3794760"/>
            <a:ext cx="5007254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379476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3" name="slot.funnel-stage.4.title"/>
          <p:cNvSpPr/>
          <p:nvPr/>
        </p:nvSpPr>
        <p:spPr>
          <a:xfrm>
            <a:off x="1959559" y="4960620"/>
            <a:ext cx="4127601" cy="100126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4" name="slot.funnel-stage.4.body"/>
          <p:cNvSpPr txBox="1"/>
          <p:nvPr/>
        </p:nvSpPr>
        <p:spPr>
          <a:xfrm>
            <a:off x="7589520" y="4960620"/>
            <a:ext cx="4023360" cy="1001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funnel-stage.1.title"/>
          <p:cNvSpPr/>
          <p:nvPr/>
        </p:nvSpPr>
        <p:spPr>
          <a:xfrm>
            <a:off x="640080" y="1463040"/>
            <a:ext cx="6766560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8" name="slot.funnel-stage.1.body"/>
          <p:cNvSpPr txBox="1"/>
          <p:nvPr/>
        </p:nvSpPr>
        <p:spPr>
          <a:xfrm>
            <a:off x="7589520" y="1463040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9" name="slot.funnel-stage.2.title"/>
          <p:cNvSpPr/>
          <p:nvPr/>
        </p:nvSpPr>
        <p:spPr>
          <a:xfrm>
            <a:off x="1079906" y="2395728"/>
            <a:ext cx="5886907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funnel-stage.2.body"/>
          <p:cNvSpPr txBox="1"/>
          <p:nvPr/>
        </p:nvSpPr>
        <p:spPr>
          <a:xfrm>
            <a:off x="7589520" y="2395728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1" name="slot.funnel-stage.3.title"/>
          <p:cNvSpPr/>
          <p:nvPr/>
        </p:nvSpPr>
        <p:spPr>
          <a:xfrm>
            <a:off x="1519732" y="3328416"/>
            <a:ext cx="5007254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2" name="slot.funnel-stage.3.body"/>
          <p:cNvSpPr txBox="1"/>
          <p:nvPr/>
        </p:nvSpPr>
        <p:spPr>
          <a:xfrm>
            <a:off x="7589520" y="3328416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3" name="slot.funnel-stage.4.title"/>
          <p:cNvSpPr/>
          <p:nvPr/>
        </p:nvSpPr>
        <p:spPr>
          <a:xfrm>
            <a:off x="1959559" y="4261104"/>
            <a:ext cx="4127601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4" name="slot.funnel-stage.4.body"/>
          <p:cNvSpPr txBox="1"/>
          <p:nvPr/>
        </p:nvSpPr>
        <p:spPr>
          <a:xfrm>
            <a:off x="7589520" y="4261104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  <p:sp>
        <p:nvSpPr>
          <p:cNvPr id="15" name="slot.funnel-stage.5.title"/>
          <p:cNvSpPr/>
          <p:nvPr/>
        </p:nvSpPr>
        <p:spPr>
          <a:xfrm>
            <a:off x="2399385" y="5193792"/>
            <a:ext cx="3247948" cy="768096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chemeClr val="lt1"/>
                </a:solidFill>
                <a:latin typeface="Arial"/>
              </a:rPr>
              <a:t>Stage 5</a:t>
            </a:r>
          </a:p>
        </p:txBody>
      </p:sp>
      <p:sp>
        <p:nvSpPr>
          <p:cNvPr id="16" name="slot.funnel-stage.5.body"/>
          <p:cNvSpPr txBox="1"/>
          <p:nvPr/>
        </p:nvSpPr>
        <p:spPr>
          <a:xfrm>
            <a:off x="7589520" y="5193792"/>
            <a:ext cx="4023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Conversion / detail for this stage.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4245559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4245559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4245559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7943392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7943392" y="2057400"/>
            <a:ext cx="34683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7943392" y="2651760"/>
            <a:ext cx="346831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3322015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3322015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3322015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6094476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6094476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6094476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6" name="decor"/>
          <p:cNvSpPr/>
          <p:nvPr/>
        </p:nvSpPr>
        <p:spPr>
          <a:xfrm>
            <a:off x="8866936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feature.4.title"/>
          <p:cNvSpPr/>
          <p:nvPr/>
        </p:nvSpPr>
        <p:spPr>
          <a:xfrm>
            <a:off x="8866936" y="2057400"/>
            <a:ext cx="254477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4</a:t>
            </a:r>
          </a:p>
        </p:txBody>
      </p:sp>
      <p:sp>
        <p:nvSpPr>
          <p:cNvPr id="18" name="slot.feature.4.body"/>
          <p:cNvSpPr txBox="1"/>
          <p:nvPr/>
        </p:nvSpPr>
        <p:spPr>
          <a:xfrm>
            <a:off x="8866936" y="2651760"/>
            <a:ext cx="25447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slot.feature.1.title"/>
          <p:cNvSpPr/>
          <p:nvPr/>
        </p:nvSpPr>
        <p:spPr>
          <a:xfrm>
            <a:off x="548640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1</a:t>
            </a:r>
          </a:p>
        </p:txBody>
      </p:sp>
      <p:sp>
        <p:nvSpPr>
          <p:cNvPr id="9" name="slot.feature.1.body"/>
          <p:cNvSpPr txBox="1"/>
          <p:nvPr/>
        </p:nvSpPr>
        <p:spPr>
          <a:xfrm>
            <a:off x="548640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0" name="decor"/>
          <p:cNvSpPr/>
          <p:nvPr/>
        </p:nvSpPr>
        <p:spPr>
          <a:xfrm>
            <a:off x="2766974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feature.2.title"/>
          <p:cNvSpPr/>
          <p:nvPr/>
        </p:nvSpPr>
        <p:spPr>
          <a:xfrm>
            <a:off x="2766974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2</a:t>
            </a:r>
          </a:p>
        </p:txBody>
      </p:sp>
      <p:sp>
        <p:nvSpPr>
          <p:cNvPr id="12" name="slot.feature.2.body"/>
          <p:cNvSpPr txBox="1"/>
          <p:nvPr/>
        </p:nvSpPr>
        <p:spPr>
          <a:xfrm>
            <a:off x="2766974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3" name="decor"/>
          <p:cNvSpPr/>
          <p:nvPr/>
        </p:nvSpPr>
        <p:spPr>
          <a:xfrm>
            <a:off x="4985308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feature.3.title"/>
          <p:cNvSpPr/>
          <p:nvPr/>
        </p:nvSpPr>
        <p:spPr>
          <a:xfrm>
            <a:off x="4985308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3</a:t>
            </a:r>
          </a:p>
        </p:txBody>
      </p:sp>
      <p:sp>
        <p:nvSpPr>
          <p:cNvPr id="15" name="slot.feature.3.body"/>
          <p:cNvSpPr txBox="1"/>
          <p:nvPr/>
        </p:nvSpPr>
        <p:spPr>
          <a:xfrm>
            <a:off x="4985308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6" name="decor"/>
          <p:cNvSpPr/>
          <p:nvPr/>
        </p:nvSpPr>
        <p:spPr>
          <a:xfrm>
            <a:off x="7203643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feature.4.title"/>
          <p:cNvSpPr/>
          <p:nvPr/>
        </p:nvSpPr>
        <p:spPr>
          <a:xfrm>
            <a:off x="7203643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4</a:t>
            </a:r>
          </a:p>
        </p:txBody>
      </p:sp>
      <p:sp>
        <p:nvSpPr>
          <p:cNvPr id="18" name="slot.feature.4.body"/>
          <p:cNvSpPr txBox="1"/>
          <p:nvPr/>
        </p:nvSpPr>
        <p:spPr>
          <a:xfrm>
            <a:off x="7203643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  <p:sp>
        <p:nvSpPr>
          <p:cNvPr id="19" name="decor"/>
          <p:cNvSpPr/>
          <p:nvPr/>
        </p:nvSpPr>
        <p:spPr>
          <a:xfrm>
            <a:off x="9421977" y="1417320"/>
            <a:ext cx="50292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20" name="slot.feature.5.title"/>
          <p:cNvSpPr/>
          <p:nvPr/>
        </p:nvSpPr>
        <p:spPr>
          <a:xfrm>
            <a:off x="9421977" y="2057400"/>
            <a:ext cx="1989734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chemeClr val="lt1"/>
                </a:solidFill>
                <a:latin typeface="Arial"/>
              </a:rPr>
              <a:t>Feature 5</a:t>
            </a:r>
          </a:p>
        </p:txBody>
      </p:sp>
      <p:sp>
        <p:nvSpPr>
          <p:cNvPr id="21" name="slot.feature.5.body"/>
          <p:cNvSpPr txBox="1"/>
          <p:nvPr/>
        </p:nvSpPr>
        <p:spPr>
          <a:xfrm>
            <a:off x="9421977" y="2651760"/>
            <a:ext cx="198973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Describe this feature, capability, or offering.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2158898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5855817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4245559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4245559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4245559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9553651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7943392" y="2148840"/>
            <a:ext cx="3514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7943392" y="2514600"/>
            <a:ext cx="3514039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7943392" y="3063240"/>
            <a:ext cx="351403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1698040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4470501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3322015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3322015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3322015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7242962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6094476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6094476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6094476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0" name="decor"/>
          <p:cNvSpPr/>
          <p:nvPr/>
        </p:nvSpPr>
        <p:spPr>
          <a:xfrm>
            <a:off x="10015423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21" name="slot.phase.4.caption"/>
          <p:cNvSpPr txBox="1"/>
          <p:nvPr/>
        </p:nvSpPr>
        <p:spPr>
          <a:xfrm>
            <a:off x="8866936" y="2148840"/>
            <a:ext cx="2590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2" name="slot.phase.4.title"/>
          <p:cNvSpPr/>
          <p:nvPr/>
        </p:nvSpPr>
        <p:spPr>
          <a:xfrm>
            <a:off x="8866936" y="2514600"/>
            <a:ext cx="25904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4</a:t>
            </a:r>
          </a:p>
        </p:txBody>
      </p:sp>
      <p:sp>
        <p:nvSpPr>
          <p:cNvPr id="23" name="slot.phase.4.body"/>
          <p:cNvSpPr txBox="1"/>
          <p:nvPr/>
        </p:nvSpPr>
        <p:spPr>
          <a:xfrm>
            <a:off x="8866936" y="3063240"/>
            <a:ext cx="259049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548640" y="1874519"/>
            <a:ext cx="11091672" cy="36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1420063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1</a:t>
            </a:r>
          </a:p>
        </p:txBody>
      </p:sp>
      <p:sp>
        <p:nvSpPr>
          <p:cNvPr id="9" name="slot.phase.1.caption"/>
          <p:cNvSpPr txBox="1"/>
          <p:nvPr/>
        </p:nvSpPr>
        <p:spPr>
          <a:xfrm>
            <a:off x="548640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0" name="slot.phase.1.title"/>
          <p:cNvSpPr/>
          <p:nvPr/>
        </p:nvSpPr>
        <p:spPr>
          <a:xfrm>
            <a:off x="548640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1</a:t>
            </a:r>
          </a:p>
        </p:txBody>
      </p:sp>
      <p:sp>
        <p:nvSpPr>
          <p:cNvPr id="11" name="slot.phase.1.body"/>
          <p:cNvSpPr txBox="1"/>
          <p:nvPr/>
        </p:nvSpPr>
        <p:spPr>
          <a:xfrm>
            <a:off x="548640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2" name="decor"/>
          <p:cNvSpPr/>
          <p:nvPr/>
        </p:nvSpPr>
        <p:spPr>
          <a:xfrm>
            <a:off x="3638397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2</a:t>
            </a:r>
          </a:p>
        </p:txBody>
      </p:sp>
      <p:sp>
        <p:nvSpPr>
          <p:cNvPr id="13" name="slot.phase.2.caption"/>
          <p:cNvSpPr txBox="1"/>
          <p:nvPr/>
        </p:nvSpPr>
        <p:spPr>
          <a:xfrm>
            <a:off x="2766974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4" name="slot.phase.2.title"/>
          <p:cNvSpPr/>
          <p:nvPr/>
        </p:nvSpPr>
        <p:spPr>
          <a:xfrm>
            <a:off x="2766974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2</a:t>
            </a:r>
          </a:p>
        </p:txBody>
      </p:sp>
      <p:sp>
        <p:nvSpPr>
          <p:cNvPr id="15" name="slot.phase.2.body"/>
          <p:cNvSpPr txBox="1"/>
          <p:nvPr/>
        </p:nvSpPr>
        <p:spPr>
          <a:xfrm>
            <a:off x="2766974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16" name="decor"/>
          <p:cNvSpPr/>
          <p:nvPr/>
        </p:nvSpPr>
        <p:spPr>
          <a:xfrm>
            <a:off x="5856732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3</a:t>
            </a:r>
          </a:p>
        </p:txBody>
      </p:sp>
      <p:sp>
        <p:nvSpPr>
          <p:cNvPr id="17" name="slot.phase.3.caption"/>
          <p:cNvSpPr txBox="1"/>
          <p:nvPr/>
        </p:nvSpPr>
        <p:spPr>
          <a:xfrm>
            <a:off x="4985308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18" name="slot.phase.3.title"/>
          <p:cNvSpPr/>
          <p:nvPr/>
        </p:nvSpPr>
        <p:spPr>
          <a:xfrm>
            <a:off x="4985308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3</a:t>
            </a:r>
          </a:p>
        </p:txBody>
      </p:sp>
      <p:sp>
        <p:nvSpPr>
          <p:cNvPr id="19" name="slot.phase.3.body"/>
          <p:cNvSpPr txBox="1"/>
          <p:nvPr/>
        </p:nvSpPr>
        <p:spPr>
          <a:xfrm>
            <a:off x="4985308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0" name="decor"/>
          <p:cNvSpPr/>
          <p:nvPr/>
        </p:nvSpPr>
        <p:spPr>
          <a:xfrm>
            <a:off x="8075066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4</a:t>
            </a:r>
          </a:p>
        </p:txBody>
      </p:sp>
      <p:sp>
        <p:nvSpPr>
          <p:cNvPr id="21" name="slot.phase.4.caption"/>
          <p:cNvSpPr txBox="1"/>
          <p:nvPr/>
        </p:nvSpPr>
        <p:spPr>
          <a:xfrm>
            <a:off x="7203643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2" name="slot.phase.4.title"/>
          <p:cNvSpPr/>
          <p:nvPr/>
        </p:nvSpPr>
        <p:spPr>
          <a:xfrm>
            <a:off x="7203643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4</a:t>
            </a:r>
          </a:p>
        </p:txBody>
      </p:sp>
      <p:sp>
        <p:nvSpPr>
          <p:cNvPr id="23" name="slot.phase.4.body"/>
          <p:cNvSpPr txBox="1"/>
          <p:nvPr/>
        </p:nvSpPr>
        <p:spPr>
          <a:xfrm>
            <a:off x="7203643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  <p:sp>
        <p:nvSpPr>
          <p:cNvPr id="24" name="decor"/>
          <p:cNvSpPr/>
          <p:nvPr/>
        </p:nvSpPr>
        <p:spPr>
          <a:xfrm>
            <a:off x="10293400" y="1737360"/>
            <a:ext cx="292608" cy="292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5</a:t>
            </a:r>
          </a:p>
        </p:txBody>
      </p:sp>
      <p:sp>
        <p:nvSpPr>
          <p:cNvPr id="25" name="slot.phase.5.caption"/>
          <p:cNvSpPr txBox="1"/>
          <p:nvPr/>
        </p:nvSpPr>
        <p:spPr>
          <a:xfrm>
            <a:off x="9421977" y="2148840"/>
            <a:ext cx="20354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chemeClr val="accent4"/>
                </a:solidFill>
                <a:latin typeface="Arial"/>
              </a:rPr>
              <a:t>Q1 2026</a:t>
            </a:r>
          </a:p>
        </p:txBody>
      </p:sp>
      <p:sp>
        <p:nvSpPr>
          <p:cNvPr id="26" name="slot.phase.5.title"/>
          <p:cNvSpPr/>
          <p:nvPr/>
        </p:nvSpPr>
        <p:spPr>
          <a:xfrm>
            <a:off x="9421977" y="2514600"/>
            <a:ext cx="2035454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chemeClr val="accent1"/>
                </a:solidFill>
                <a:latin typeface="Arial"/>
              </a:rPr>
              <a:t>Phase 5</a:t>
            </a:r>
          </a:p>
        </p:txBody>
      </p:sp>
      <p:sp>
        <p:nvSpPr>
          <p:cNvPr id="27" name="slot.phase.5.body"/>
          <p:cNvSpPr txBox="1"/>
          <p:nvPr/>
        </p:nvSpPr>
        <p:spPr>
          <a:xfrm>
            <a:off x="9421977" y="3063240"/>
            <a:ext cx="203545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Workstream activities and deliverables for this phase.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slot.value-chain.source"/>
          <p:cNvSpPr/>
          <p:nvPr/>
        </p:nvSpPr>
        <p:spPr>
          <a:xfrm>
            <a:off x="548640" y="1554480"/>
            <a:ext cx="1554480" cy="8229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Source</a:t>
            </a:r>
          </a:p>
        </p:txBody>
      </p:sp>
      <p:sp>
        <p:nvSpPr>
          <p:cNvPr id="8" name="slot.value-chain.stage.1.title"/>
          <p:cNvSpPr/>
          <p:nvPr/>
        </p:nvSpPr>
        <p:spPr>
          <a:xfrm>
            <a:off x="2286000" y="1554480"/>
            <a:ext cx="1417320" cy="82296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1</a:t>
            </a:r>
          </a:p>
        </p:txBody>
      </p:sp>
      <p:sp>
        <p:nvSpPr>
          <p:cNvPr id="9" name="slot.value-chain.stage.2.title"/>
          <p:cNvSpPr/>
          <p:nvPr/>
        </p:nvSpPr>
        <p:spPr>
          <a:xfrm>
            <a:off x="3767328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2</a:t>
            </a:r>
          </a:p>
        </p:txBody>
      </p:sp>
      <p:sp>
        <p:nvSpPr>
          <p:cNvPr id="10" name="slot.value-chain.stage.3.title"/>
          <p:cNvSpPr/>
          <p:nvPr/>
        </p:nvSpPr>
        <p:spPr>
          <a:xfrm>
            <a:off x="5248656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3</a:t>
            </a:r>
          </a:p>
        </p:txBody>
      </p:sp>
      <p:sp>
        <p:nvSpPr>
          <p:cNvPr id="11" name="slot.value-chain.stage.4.title"/>
          <p:cNvSpPr/>
          <p:nvPr/>
        </p:nvSpPr>
        <p:spPr>
          <a:xfrm>
            <a:off x="6729984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4</a:t>
            </a:r>
          </a:p>
        </p:txBody>
      </p:sp>
      <p:sp>
        <p:nvSpPr>
          <p:cNvPr id="12" name="slot.value-chain.stage.5.title"/>
          <p:cNvSpPr/>
          <p:nvPr/>
        </p:nvSpPr>
        <p:spPr>
          <a:xfrm>
            <a:off x="8211312" y="1554480"/>
            <a:ext cx="1417320" cy="82296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Stage 5</a:t>
            </a:r>
          </a:p>
        </p:txBody>
      </p:sp>
      <p:sp>
        <p:nvSpPr>
          <p:cNvPr id="13" name="slot.value-chain.customer"/>
          <p:cNvSpPr/>
          <p:nvPr/>
        </p:nvSpPr>
        <p:spPr>
          <a:xfrm>
            <a:off x="10058400" y="1554480"/>
            <a:ext cx="1554480" cy="82296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Customer</a:t>
            </a:r>
          </a:p>
        </p:txBody>
      </p:sp>
      <p:sp>
        <p:nvSpPr>
          <p:cNvPr id="14" name="slot.value-chain.body"/>
          <p:cNvSpPr txBox="1"/>
          <p:nvPr/>
        </p:nvSpPr>
        <p:spPr>
          <a:xfrm>
            <a:off x="548640" y="2788920"/>
            <a:ext cx="1109167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chemeClr val="dk1"/>
                </a:solidFill>
                <a:latin typeface="Arial"/>
              </a:rPr>
              <a:t>Narrative describing flow and value capture across the chain.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3474720" y="1371600"/>
            <a:ext cx="8165592" cy="32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chemeClr val="accent1"/>
                </a:solidFill>
                <a:latin typeface="Arial"/>
              </a:rPr>
              <a:t>H1 2026</a:t>
            </a:r>
          </a:p>
        </p:txBody>
      </p:sp>
      <p:sp>
        <p:nvSpPr>
          <p:cNvPr id="8" name="slot.gantt.lane.1.label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1</a:t>
            </a:r>
          </a:p>
        </p:txBody>
      </p:sp>
      <p:sp>
        <p:nvSpPr>
          <p:cNvPr id="9" name="slot.gantt.lane.1.body"/>
          <p:cNvSpPr txBox="1"/>
          <p:nvPr/>
        </p:nvSpPr>
        <p:spPr>
          <a:xfrm>
            <a:off x="548640" y="2377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0" name="decor"/>
          <p:cNvSpPr/>
          <p:nvPr/>
        </p:nvSpPr>
        <p:spPr>
          <a:xfrm>
            <a:off x="3566160" y="2029968"/>
            <a:ext cx="246888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1" name="slot.gantt.lane.2.label"/>
          <p:cNvSpPr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2</a:t>
            </a:r>
          </a:p>
        </p:txBody>
      </p:sp>
      <p:sp>
        <p:nvSpPr>
          <p:cNvPr id="12" name="slot.gantt.lane.2.body"/>
          <p:cNvSpPr txBox="1"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3" name="decor"/>
          <p:cNvSpPr/>
          <p:nvPr/>
        </p:nvSpPr>
        <p:spPr>
          <a:xfrm>
            <a:off x="4114800" y="3035808"/>
            <a:ext cx="310896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4" name="slot.gantt.lane.3.label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3</a:t>
            </a:r>
          </a:p>
        </p:txBody>
      </p:sp>
      <p:sp>
        <p:nvSpPr>
          <p:cNvPr id="15" name="slot.gantt.lane.3.body"/>
          <p:cNvSpPr txBox="1"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6" name="decor"/>
          <p:cNvSpPr/>
          <p:nvPr/>
        </p:nvSpPr>
        <p:spPr>
          <a:xfrm>
            <a:off x="4663440" y="4041648"/>
            <a:ext cx="3749039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17" name="slot.gantt.lane.4.label"/>
          <p:cNvSpPr/>
          <p:nvPr/>
        </p:nvSpPr>
        <p:spPr>
          <a:xfrm>
            <a:off x="548640" y="4937760"/>
            <a:ext cx="2743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Workstream 4</a:t>
            </a:r>
          </a:p>
        </p:txBody>
      </p:sp>
      <p:sp>
        <p:nvSpPr>
          <p:cNvPr id="18" name="slot.gantt.lane.4.body"/>
          <p:cNvSpPr txBox="1"/>
          <p:nvPr/>
        </p:nvSpPr>
        <p:spPr>
          <a:xfrm>
            <a:off x="548640" y="5394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chemeClr val="accent6"/>
                </a:solidFill>
                <a:latin typeface="Arial"/>
              </a:rPr>
              <a:t>Tasks &amp; deliverables</a:t>
            </a:r>
          </a:p>
        </p:txBody>
      </p:sp>
      <p:sp>
        <p:nvSpPr>
          <p:cNvPr id="19" name="decor"/>
          <p:cNvSpPr/>
          <p:nvPr/>
        </p:nvSpPr>
        <p:spPr>
          <a:xfrm>
            <a:off x="5212080" y="5047488"/>
            <a:ext cx="4389120" cy="29260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7452360" y="1554480"/>
            <a:ext cx="18288" cy="4206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3657600" y="3657600"/>
            <a:ext cx="7589520" cy="182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9" name="slot.matrix.axis-y"/>
          <p:cNvSpPr txBox="1"/>
          <p:nvPr/>
        </p:nvSpPr>
        <p:spPr>
          <a:xfrm>
            <a:off x="2743200" y="1554480"/>
            <a:ext cx="82296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Y axis</a:t>
            </a:r>
          </a:p>
        </p:txBody>
      </p:sp>
      <p:sp>
        <p:nvSpPr>
          <p:cNvPr id="10" name="slot.matrix.axis-x"/>
          <p:cNvSpPr txBox="1"/>
          <p:nvPr/>
        </p:nvSpPr>
        <p:spPr>
          <a:xfrm>
            <a:off x="3657600" y="585216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X axis</a:t>
            </a:r>
          </a:p>
        </p:txBody>
      </p:sp>
      <p:sp>
        <p:nvSpPr>
          <p:cNvPr id="11" name="slot.matrix.quadrant.1.title"/>
          <p:cNvSpPr/>
          <p:nvPr/>
        </p:nvSpPr>
        <p:spPr>
          <a:xfrm>
            <a:off x="3749039" y="1645920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1</a:t>
            </a:r>
          </a:p>
        </p:txBody>
      </p:sp>
      <p:sp>
        <p:nvSpPr>
          <p:cNvPr id="12" name="slot.matrix.quadrant.1.body"/>
          <p:cNvSpPr txBox="1"/>
          <p:nvPr/>
        </p:nvSpPr>
        <p:spPr>
          <a:xfrm>
            <a:off x="3749039" y="205740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3" name="slot.matrix.quadrant.2.title"/>
          <p:cNvSpPr/>
          <p:nvPr/>
        </p:nvSpPr>
        <p:spPr>
          <a:xfrm>
            <a:off x="7543800" y="1645920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2</a:t>
            </a:r>
          </a:p>
        </p:txBody>
      </p:sp>
      <p:sp>
        <p:nvSpPr>
          <p:cNvPr id="14" name="slot.matrix.quadrant.2.body"/>
          <p:cNvSpPr txBox="1"/>
          <p:nvPr/>
        </p:nvSpPr>
        <p:spPr>
          <a:xfrm>
            <a:off x="7543800" y="205740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5" name="slot.matrix.quadrant.3.title"/>
          <p:cNvSpPr/>
          <p:nvPr/>
        </p:nvSpPr>
        <p:spPr>
          <a:xfrm>
            <a:off x="3749039" y="3749039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3</a:t>
            </a:r>
          </a:p>
        </p:txBody>
      </p:sp>
      <p:sp>
        <p:nvSpPr>
          <p:cNvPr id="16" name="slot.matrix.quadrant.3.body"/>
          <p:cNvSpPr txBox="1"/>
          <p:nvPr/>
        </p:nvSpPr>
        <p:spPr>
          <a:xfrm>
            <a:off x="3749039" y="416052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  <p:sp>
        <p:nvSpPr>
          <p:cNvPr id="17" name="slot.matrix.quadrant.4.title"/>
          <p:cNvSpPr/>
          <p:nvPr/>
        </p:nvSpPr>
        <p:spPr>
          <a:xfrm>
            <a:off x="7543800" y="3749039"/>
            <a:ext cx="361188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chemeClr val="accent1"/>
                </a:solidFill>
                <a:latin typeface="Arial"/>
              </a:rPr>
              <a:t>Quadrant 4</a:t>
            </a:r>
          </a:p>
        </p:txBody>
      </p:sp>
      <p:sp>
        <p:nvSpPr>
          <p:cNvPr id="18" name="slot.matrix.quadrant.4.body"/>
          <p:cNvSpPr txBox="1"/>
          <p:nvPr/>
        </p:nvSpPr>
        <p:spPr>
          <a:xfrm>
            <a:off x="7543800" y="416052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chemeClr val="dk1"/>
                </a:solidFill>
                <a:latin typeface="Arial"/>
              </a:rPr>
              <a:t>Quadrant content.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7452360" y="1554480"/>
            <a:ext cx="18288" cy="4206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8" name="decor"/>
          <p:cNvSpPr/>
          <p:nvPr/>
        </p:nvSpPr>
        <p:spPr>
          <a:xfrm>
            <a:off x="3657600" y="3657600"/>
            <a:ext cx="7589520" cy="182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/>
            </a:r>
          </a:p>
        </p:txBody>
      </p:sp>
      <p:sp>
        <p:nvSpPr>
          <p:cNvPr id="9" name="slot.matrix.axis-y"/>
          <p:cNvSpPr txBox="1"/>
          <p:nvPr/>
        </p:nvSpPr>
        <p:spPr>
          <a:xfrm>
            <a:off x="2743200" y="1554480"/>
            <a:ext cx="82296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Y axis</a:t>
            </a:r>
          </a:p>
        </p:txBody>
      </p:sp>
      <p:sp>
        <p:nvSpPr>
          <p:cNvPr id="10" name="slot.matrix.axis-x"/>
          <p:cNvSpPr txBox="1"/>
          <p:nvPr/>
        </p:nvSpPr>
        <p:spPr>
          <a:xfrm>
            <a:off x="3657600" y="585216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chemeClr val="accent6"/>
                </a:solidFill>
                <a:latin typeface="Arial"/>
              </a:rPr>
              <a:t>X axis</a:t>
            </a:r>
          </a:p>
        </p:txBody>
      </p:sp>
      <p:sp>
        <p:nvSpPr>
          <p:cNvPr id="11" name="slot.matrix.cell.1.title"/>
          <p:cNvSpPr/>
          <p:nvPr/>
        </p:nvSpPr>
        <p:spPr>
          <a:xfrm>
            <a:off x="3712463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1</a:t>
            </a:r>
          </a:p>
        </p:txBody>
      </p:sp>
      <p:sp>
        <p:nvSpPr>
          <p:cNvPr id="12" name="slot.matrix.cell.2.title"/>
          <p:cNvSpPr/>
          <p:nvPr/>
        </p:nvSpPr>
        <p:spPr>
          <a:xfrm>
            <a:off x="6242608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2</a:t>
            </a:r>
          </a:p>
        </p:txBody>
      </p:sp>
      <p:sp>
        <p:nvSpPr>
          <p:cNvPr id="13" name="slot.matrix.cell.3.title"/>
          <p:cNvSpPr/>
          <p:nvPr/>
        </p:nvSpPr>
        <p:spPr>
          <a:xfrm>
            <a:off x="8772753" y="160934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3</a:t>
            </a:r>
          </a:p>
        </p:txBody>
      </p:sp>
      <p:sp>
        <p:nvSpPr>
          <p:cNvPr id="14" name="slot.matrix.cell.4.title"/>
          <p:cNvSpPr/>
          <p:nvPr/>
        </p:nvSpPr>
        <p:spPr>
          <a:xfrm>
            <a:off x="3712463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4</a:t>
            </a:r>
          </a:p>
        </p:txBody>
      </p:sp>
      <p:sp>
        <p:nvSpPr>
          <p:cNvPr id="15" name="slot.matrix.cell.5.title"/>
          <p:cNvSpPr/>
          <p:nvPr/>
        </p:nvSpPr>
        <p:spPr>
          <a:xfrm>
            <a:off x="6242608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5</a:t>
            </a:r>
          </a:p>
        </p:txBody>
      </p:sp>
      <p:sp>
        <p:nvSpPr>
          <p:cNvPr id="16" name="slot.matrix.cell.6.title"/>
          <p:cNvSpPr/>
          <p:nvPr/>
        </p:nvSpPr>
        <p:spPr>
          <a:xfrm>
            <a:off x="8772753" y="3011119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6</a:t>
            </a:r>
          </a:p>
        </p:txBody>
      </p:sp>
      <p:sp>
        <p:nvSpPr>
          <p:cNvPr id="17" name="slot.matrix.cell.7.title"/>
          <p:cNvSpPr/>
          <p:nvPr/>
        </p:nvSpPr>
        <p:spPr>
          <a:xfrm>
            <a:off x="3712463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7</a:t>
            </a:r>
          </a:p>
        </p:txBody>
      </p:sp>
      <p:sp>
        <p:nvSpPr>
          <p:cNvPr id="18" name="slot.matrix.cell.8.title"/>
          <p:cNvSpPr/>
          <p:nvPr/>
        </p:nvSpPr>
        <p:spPr>
          <a:xfrm>
            <a:off x="6242608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8</a:t>
            </a:r>
          </a:p>
        </p:txBody>
      </p:sp>
      <p:sp>
        <p:nvSpPr>
          <p:cNvPr id="19" name="slot.matrix.cell.9.title"/>
          <p:cNvSpPr/>
          <p:nvPr/>
        </p:nvSpPr>
        <p:spPr>
          <a:xfrm>
            <a:off x="8772753" y="4412894"/>
            <a:ext cx="2420416" cy="12920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chemeClr val="dk1"/>
                </a:solidFill>
                <a:latin typeface="Arial"/>
              </a:rPr>
              <a:t>Cell 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sp>
        <p:nvSpPr>
          <p:cNvPr id="7" name="decor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chemeClr val="accent2"/>
                </a:solidFill>
                <a:latin typeface="Arial"/>
              </a:rPr>
              <a:t>“</a:t>
            </a:r>
          </a:p>
        </p:txBody>
      </p:sp>
      <p:sp>
        <p:nvSpPr>
          <p:cNvPr id="8" name="slot.quote"/>
          <p:cNvSpPr txBox="1"/>
          <p:nvPr/>
        </p:nvSpPr>
        <p:spPr>
          <a:xfrm>
            <a:off x="1463040" y="2103120"/>
            <a:ext cx="92354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chemeClr val="accent1"/>
                </a:solidFill>
                <a:latin typeface="Arial"/>
              </a:rPr>
              <a:t>A compelling pull-quote that captures the key insight from the work.</a:t>
            </a:r>
          </a:p>
        </p:txBody>
      </p:sp>
      <p:sp>
        <p:nvSpPr>
          <p:cNvPr id="9" name="slot.attribution"/>
          <p:cNvSpPr txBox="1"/>
          <p:nvPr/>
        </p:nvSpPr>
        <p:spPr>
          <a:xfrm>
            <a:off x="1463040" y="466344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Arial"/>
              </a:rPr>
              <a:t>— Name, Title, Organisation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Option 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ot.footer-page">
            <a:extLst>
              <a:ext uri="{FF2B5EF4-FFF2-40B4-BE49-F238E27FC236}">
                <a16:creationId xmlns:a16="http://schemas.microsoft.com/office/drawing/2014/main" id="{F8C126C1-B24A-39D2-94A0-FFACD114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0A0C-669C-7745-8A4B-A0A60E70B612}" type="slidenum">
              <a:rPr lang="fr-FR" smtClean="0"/>
              <a:t>18</a:t>
            </a:fld>
            <a:endParaRPr lang="fr-FR"/>
          </a:p>
        </p:txBody>
      </p:sp>
      <p:sp>
        <p:nvSpPr>
          <p:cNvPr id="3" name="slot.source">
            <a:extLst>
              <a:ext uri="{FF2B5EF4-FFF2-40B4-BE49-F238E27FC236}">
                <a16:creationId xmlns:a16="http://schemas.microsoft.com/office/drawing/2014/main" id="{EDAB797B-BD47-F8EB-9C7B-5DD0CFEBAD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ecor">
            <a:extLst>
              <a:ext uri="{FF2B5EF4-FFF2-40B4-BE49-F238E27FC236}">
                <a16:creationId xmlns:a16="http://schemas.microsoft.com/office/drawing/2014/main" id="{9BCA9FA9-DC4A-F7F9-6F98-04EFCF05B790}"/>
              </a:ext>
            </a:extLst>
          </p:cNvPr>
          <p:cNvSpPr/>
          <p:nvPr userDrawn="1"/>
        </p:nvSpPr>
        <p:spPr>
          <a:xfrm>
            <a:off x="-64731" y="246322"/>
            <a:ext cx="512150" cy="423265"/>
          </a:xfrm>
          <a:prstGeom prst="pie">
            <a:avLst>
              <a:gd name="adj1" fmla="val 16190032"/>
              <a:gd name="adj2" fmla="val 540000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ecor">
            <a:extLst>
              <a:ext uri="{FF2B5EF4-FFF2-40B4-BE49-F238E27FC236}">
                <a16:creationId xmlns:a16="http://schemas.microsoft.com/office/drawing/2014/main" id="{5D3B6E37-9E51-E62C-A843-852BEEBE5F2B}"/>
              </a:ext>
            </a:extLst>
          </p:cNvPr>
          <p:cNvSpPr/>
          <p:nvPr userDrawn="1"/>
        </p:nvSpPr>
        <p:spPr>
          <a:xfrm>
            <a:off x="0" y="247761"/>
            <a:ext cx="191344" cy="4232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 rtl="0"/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ot.title"/>
          <p:cNvSpPr txBox="1"/>
          <p:nvPr/>
        </p:nvSpPr>
        <p:spPr>
          <a:xfrm>
            <a:off x="548640" y="347472"/>
            <a:ext cx="11091672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  <a:latin typeface="Futura Medium"/>
              </a:rPr>
              <a:t>Action title summarising the takeaway of this slide</a:t>
            </a:r>
          </a:p>
        </p:txBody>
      </p:sp>
      <p:graphicFrame>
        <p:nvGraphicFramePr>
          <p:cNvPr id="7" name="slot.table"/>
          <p:cNvGraphicFramePr>
            <a:graphicFrameLocks noGrp="1"/>
          </p:cNvGraphicFramePr>
          <p:nvPr/>
        </p:nvGraphicFramePr>
        <p:xfrm>
          <a:off x="548640" y="137160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1"/>
                          </a:solidFill>
                          <a:latin typeface="Arial"/>
                        </a:rPr>
                        <a:t>Column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chemeClr val="dk1"/>
                          </a:solidFill>
                          <a:latin typeface="Arial"/>
                        </a:rPr>
                        <a:t>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me template">
  <a:themeElements>
    <a:clrScheme name="Acme">
      <a:dk1>
        <a:srgbClr val="262626"/>
      </a:dk1>
      <a:lt1>
        <a:srgbClr val="FFFFFF"/>
      </a:lt1>
      <a:dk2>
        <a:srgbClr val="00C259"/>
      </a:dk2>
      <a:lt2>
        <a:srgbClr val="D3F2E1"/>
      </a:lt2>
      <a:accent1>
        <a:srgbClr val="008F43"/>
      </a:accent1>
      <a:accent2>
        <a:srgbClr val="00C259"/>
      </a:accent2>
      <a:accent3>
        <a:srgbClr val="CFFFE2"/>
      </a:accent3>
      <a:accent4>
        <a:srgbClr val="2683C6"/>
      </a:accent4>
      <a:accent5>
        <a:srgbClr val="FFC000"/>
      </a:accent5>
      <a:accent6>
        <a:srgbClr val="6C6C6C"/>
      </a:accent6>
      <a:hlink>
        <a:srgbClr val="2582C6"/>
      </a:hlink>
      <a:folHlink>
        <a:srgbClr val="1FADE8"/>
      </a:folHlink>
    </a:clrScheme>
    <a:fontScheme name="Custom 2">
      <a:majorFont>
        <a:latin typeface="Futura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36000" tIns="36000" rIns="36000" bIns="36000" rtlCol="0" anchor="ctr"/>
      <a:lstStyle>
        <a:defPPr algn="l">
          <a:defRPr sz="12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200"/>
          </a:spcAft>
          <a:buClr>
            <a:srgbClr val="00C782"/>
          </a:buClr>
          <a:buSzPct val="100000"/>
          <a:buFont typeface="Arial" panose="020B0604020202020204" pitchFamily="34" charset="0"/>
          <a:buChar char="•"/>
          <a:tabLst/>
          <a:defRPr kumimoji="0" sz="1200" b="0" i="0" u="none" strike="noStrike" kern="1200" cap="none" spc="0" normalizeH="0" baseline="0" noProof="0" dirty="0" err="1" smtClean="0">
            <a:ln>
              <a:noFill/>
            </a:ln>
            <a:solidFill>
              <a:srgbClr val="4C4C4C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WIP v3" id="{32788290-3AC1-564E-AA27-8065633F2FDF}" vid="{EB16F62E-183E-9C4D-9E0C-6ED57BFECDB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5D2FAC-984D-B94D-9EC5-4BE4CB74D8CE}">
  <we:reference id="f5f369e5-aa35-49d7-ad7b-638152ddb008" version="1.0.0.1" store="EXCatalog" storeType="EXCatalog"/>
  <we:alternateReferences>
    <we:reference id="WA200010001" version="1.0.0.1" store="fr-FR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131B88CBA1644937EE8E38EB12A39" ma:contentTypeVersion="10" ma:contentTypeDescription="Crée un document." ma:contentTypeScope="" ma:versionID="0396e157ff0a3361dfe4baf0dae92e45">
  <xsd:schema xmlns:xsd="http://www.w3.org/2001/XMLSchema" xmlns:xs="http://www.w3.org/2001/XMLSchema" xmlns:p="http://schemas.microsoft.com/office/2006/metadata/properties" xmlns:ns2="8604f145-f767-4cb8-8472-143a97e99f13" xmlns:ns3="0f792b2b-2504-4af6-b823-53062dc8ffba" targetNamespace="http://schemas.microsoft.com/office/2006/metadata/properties" ma:root="true" ma:fieldsID="5f1d69d33c57d5104119a48bdcfc6a2f" ns2:_="" ns3:_="">
    <xsd:import namespace="8604f145-f767-4cb8-8472-143a97e99f13"/>
    <xsd:import namespace="0f792b2b-2504-4af6-b823-53062dc8f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4f145-f767-4cb8-8472-143a97e99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c3aa928f-5fc0-4515-a3b5-b3ac2266d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92b2b-2504-4af6-b823-53062dc8ffb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4e3be95-e23f-433f-9973-bc411eb05e7e}" ma:internalName="TaxCatchAll" ma:showField="CatchAllData" ma:web="0f792b2b-2504-4af6-b823-53062dc8ff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04f145-f767-4cb8-8472-143a97e99f13">
      <Terms xmlns="http://schemas.microsoft.com/office/infopath/2007/PartnerControls"/>
    </lcf76f155ced4ddcb4097134ff3c332f>
    <TaxCatchAll xmlns="0f792b2b-2504-4af6-b823-53062dc8ffba" xsi:nil="true"/>
  </documentManagement>
</p:properties>
</file>

<file path=customXml/itemProps1.xml><?xml version="1.0" encoding="utf-8"?>
<ds:datastoreItem xmlns:ds="http://schemas.openxmlformats.org/officeDocument/2006/customXml" ds:itemID="{23DDA097-B30F-4669-BC56-F42D3DF5F5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04f145-f767-4cb8-8472-143a97e99f13"/>
    <ds:schemaRef ds:uri="0f792b2b-2504-4af6-b823-53062dc8ff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68F92D-DE3C-41BA-821D-E6BDB72122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978D97-65DB-4B81-BD6C-843E8D286AE7}">
  <ds:schemaRefs>
    <ds:schemaRef ds:uri="8604f145-f767-4cb8-8472-143a97e99f13"/>
    <ds:schemaRef ds:uri="0f792b2b-2504-4af6-b823-53062dc8ffba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12</TotalTime>
  <Words>43</Words>
  <Application>Microsoft Macintosh PowerPoint</Application>
  <PresentationFormat>Grand écran</PresentationFormat>
  <Paragraphs>31</Paragraphs>
  <Slides>26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System Font Regular</vt:lpstr>
      <vt:lpstr>Trebuchet MS</vt:lpstr>
      <vt:lpstr>Wingdings</vt:lpstr>
      <vt:lpstr>Acme template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template</dc:title>
  <dc:subject/>
  <dc:creator>Acme</dc:creator>
  <cp:keywords/>
  <dc:description/>
  <cp:lastModifiedBy>Pierre Supau</cp:lastModifiedBy>
  <cp:revision>6</cp:revision>
  <dcterms:created xsi:type="dcterms:W3CDTF">2022-09-09T10:16:14Z</dcterms:created>
  <dcterms:modified xsi:type="dcterms:W3CDTF">2026-06-08T19:14:21Z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0x010100E62131B88CBA1644937EE8E38EB12A39</vt:lpwstr>
  </property>
  <property fmtid="{D5CDD505-2E9C-101B-9397-08002B2CF9AE}" pid="3" name="MediaServiceImageTags">
    <vt:lpwstr/>
  </property>
</Properties>
</file>