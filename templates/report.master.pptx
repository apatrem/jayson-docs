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6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7" Type="http://schemas.openxmlformats.org/officeDocument/2006/relationships/image" Target="../media/image8.emf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jpe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5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9.jpeg"/><Relationship Id="rId4" Type="http://schemas.openxmlformats.org/officeDocument/2006/relationships/image" Target="../media/image5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0.jpeg"/><Relationship Id="rId4" Type="http://schemas.openxmlformats.org/officeDocument/2006/relationships/image" Target="../media/image5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7.jpeg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1.jpeg"/><Relationship Id="rId4" Type="http://schemas.openxmlformats.org/officeDocument/2006/relationships/image" Target="../media/image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5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5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Espace réservé du numéro de diapositive 5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slot.footer-logo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Espace réservé du contenu 6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slot.footer-copyright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ot.footer-page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footer-page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slot.source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Espace réservé du contenu 6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re 1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slot.source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slot.source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slot.source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slot.footer-logo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slot.subtitle-2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slot.body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numéro de diapositive 5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Espace réservé du contenu 6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image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title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slot.source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source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left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lot.subtitle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1CDF13B5-C492-7E19-E47D-AF5DEC25A9CD}"/>
              </a:ext>
            </a:extLst>
          </p:cNvPr>
          <p:cNvSpPr txBox="1">
            <a:spLocks/>
          </p:cNvSpPr>
          <p:nvPr/>
        </p:nvSpPr>
        <p:spPr>
          <a:xfrm>
            <a:off x="1947271" y="2356821"/>
            <a:ext cx="11090275" cy="47239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qsdf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right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ot.title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body-left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left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slot.source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center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image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center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