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1"/>
  </p:notesMasterIdLst>
  <p:handoutMasterIdLst>
    <p:handoutMasterId r:id="rId32"/>
  </p:handoutMasterIdLst>
  <p:sldIdLst>
    <p:sldId id="263" r:id="rId5"/>
    <p:sldId id="264" r:id="rId6"/>
    <p:sldId id="265" r:id="rId7"/>
    <p:sldId id="257" r:id="rId8"/>
    <p:sldId id="258" r:id="rId9"/>
    <p:sldId id="259" r:id="rId10"/>
    <p:sldId id="278" r:id="rId11"/>
    <p:sldId id="281" r:id="rId12"/>
    <p:sldId id="279" r:id="rId13"/>
    <p:sldId id="280" r:id="rId14"/>
    <p:sldId id="256" r:id="rId15"/>
    <p:sldId id="269" r:id="rId16"/>
    <p:sldId id="270" r:id="rId17"/>
    <p:sldId id="272" r:id="rId18"/>
    <p:sldId id="261" r:id="rId19"/>
    <p:sldId id="277" r:id="rId20"/>
    <p:sldId id="260" r:id="rId21"/>
    <p:sldId id="262" r:id="rId22"/>
    <p:sldId id="266" r:id="rId23"/>
    <p:sldId id="267" r:id="rId24"/>
    <p:sldId id="268" r:id="rId25"/>
    <p:sldId id="271" r:id="rId26"/>
    <p:sldId id="273" r:id="rId27"/>
    <p:sldId id="274" r:id="rId28"/>
    <p:sldId id="275" r:id="rId29"/>
    <p:sldId id="276" r:id="rId30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  <p:sldId id="297" r:id="rId54"/>
    <p:sldId id="298" r:id="rId55"/>
    <p:sldId id="299" r:id="rId56"/>
    <p:sldId id="300" r:id="rId57"/>
    <p:sldId id="301" r:id="rId58"/>
    <p:sldId id="302" r:id="rId59"/>
    <p:sldId id="303" r:id="rId60"/>
    <p:sldId id="304" r:id="rId61"/>
    <p:sldId id="305" r:id="rId62"/>
  </p:sldIdLst>
  <p:sldSz cx="12192000" cy="6858000"/>
  <p:notesSz cx="6858000" cy="9144000"/>
  <p:custDataLst>
    <p:tags r:id="rId33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ery common slides" id="{52BFF202-E4AB-1646-B52A-2EBD99D5C354}">
          <p14:sldIdLst>
            <p14:sldId id="263"/>
            <p14:sldId id="264"/>
            <p14:sldId id="265"/>
            <p14:sldId id="257"/>
            <p14:sldId id="258"/>
            <p14:sldId id="259"/>
            <p14:sldId id="278"/>
            <p14:sldId id="281"/>
            <p14:sldId id="279"/>
            <p14:sldId id="280"/>
            <p14:sldId id="256"/>
            <p14:sldId id="269"/>
            <p14:sldId id="270"/>
            <p14:sldId id="272"/>
            <p14:sldId id="261"/>
            <p14:sldId id="277"/>
          </p14:sldIdLst>
        </p14:section>
        <p14:section name="Less common slides" id="{9DC69E47-3923-BA44-8196-23DF2D946C69}">
          <p14:sldIdLst>
            <p14:sldId id="260"/>
            <p14:sldId id="262"/>
            <p14:sldId id="266"/>
            <p14:sldId id="267"/>
            <p14:sldId id="268"/>
            <p14:sldId id="271"/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0303"/>
    <a:srgbClr val="262626"/>
    <a:srgbClr val="E1F6EC"/>
    <a:srgbClr val="D3F2E1"/>
    <a:srgbClr val="32C359"/>
    <a:srgbClr val="5C5C5C"/>
    <a:srgbClr val="C0FFDD"/>
    <a:srgbClr val="00B0F0"/>
    <a:srgbClr val="C8D0D7"/>
    <a:srgbClr val="75B6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08F193-D88B-1745-9A83-7AB0E6BC2798}" v="1" dt="2026-04-20T12:32:21.6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93"/>
    <p:restoredTop sz="94637"/>
  </p:normalViewPr>
  <p:slideViewPr>
    <p:cSldViewPr snapToGrid="0">
      <p:cViewPr varScale="1">
        <p:scale>
          <a:sx n="149" d="100"/>
          <a:sy n="149" d="100"/>
        </p:scale>
        <p:origin x="2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notesMaster" Target="notesMasters/notesMaster1.xml"/><Relationship Id="rId32" Type="http://schemas.openxmlformats.org/officeDocument/2006/relationships/handoutMaster" Target="handoutMasters/handoutMaster1.xml"/><Relationship Id="rId33" Type="http://schemas.openxmlformats.org/officeDocument/2006/relationships/tags" Target="tags/tag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Relationship Id="rId38" Type="http://schemas.microsoft.com/office/2015/10/relationships/revisionInfo" Target="revisionInfo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slide" Target="slides/slide34.xml"/><Relationship Id="rId47" Type="http://schemas.openxmlformats.org/officeDocument/2006/relationships/slide" Target="slides/slide35.xml"/><Relationship Id="rId48" Type="http://schemas.openxmlformats.org/officeDocument/2006/relationships/slide" Target="slides/slide36.xml"/><Relationship Id="rId49" Type="http://schemas.openxmlformats.org/officeDocument/2006/relationships/slide" Target="slides/slide37.xml"/><Relationship Id="rId50" Type="http://schemas.openxmlformats.org/officeDocument/2006/relationships/slide" Target="slides/slide38.xml"/><Relationship Id="rId51" Type="http://schemas.openxmlformats.org/officeDocument/2006/relationships/slide" Target="slides/slide39.xml"/><Relationship Id="rId52" Type="http://schemas.openxmlformats.org/officeDocument/2006/relationships/slide" Target="slides/slide40.xml"/><Relationship Id="rId53" Type="http://schemas.openxmlformats.org/officeDocument/2006/relationships/slide" Target="slides/slide41.xml"/><Relationship Id="rId54" Type="http://schemas.openxmlformats.org/officeDocument/2006/relationships/slide" Target="slides/slide42.xml"/><Relationship Id="rId55" Type="http://schemas.openxmlformats.org/officeDocument/2006/relationships/slide" Target="slides/slide43.xml"/><Relationship Id="rId56" Type="http://schemas.openxmlformats.org/officeDocument/2006/relationships/slide" Target="slides/slide44.xml"/><Relationship Id="rId57" Type="http://schemas.openxmlformats.org/officeDocument/2006/relationships/slide" Target="slides/slide45.xml"/><Relationship Id="rId58" Type="http://schemas.openxmlformats.org/officeDocument/2006/relationships/slide" Target="slides/slide46.xml"/><Relationship Id="rId59" Type="http://schemas.openxmlformats.org/officeDocument/2006/relationships/slide" Target="slides/slide47.xml"/><Relationship Id="rId60" Type="http://schemas.openxmlformats.org/officeDocument/2006/relationships/slide" Target="slides/slide48.xml"/><Relationship Id="rId61" Type="http://schemas.openxmlformats.org/officeDocument/2006/relationships/slide" Target="slides/slide49.xml"/><Relationship Id="rId62" Type="http://schemas.openxmlformats.org/officeDocument/2006/relationships/slide" Target="slides/slide50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Feuille_de_calcul_Microsoft_Excel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Feuille_de_calcul_Microsoft_Excel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Feuille_de_calcul_Microsoft_Excel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Feuille_de_calcul_Microsoft_Excel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216701127791428E-2"/>
          <c:y val="6.904580475827618E-2"/>
          <c:w val="0.6877700830610487"/>
          <c:h val="0.790282787232241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Feuil1!$A$2:$A$5</c:f>
              <c:strCache>
                <c:ptCount val="4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  <c:pt idx="3">
                  <c:v>Catégorie 4</c:v>
                </c:pt>
              </c:strCache>
            </c:strRef>
          </c:cat>
          <c:val>
            <c:numRef>
              <c:f>Feuil1!$B$2:$B$5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E6-5643-A58A-646C5761BC4C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Série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Feuil1!$A$2:$A$5</c:f>
              <c:strCache>
                <c:ptCount val="4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  <c:pt idx="3">
                  <c:v>Catégorie 4</c:v>
                </c:pt>
              </c:strCache>
            </c:strRef>
          </c:cat>
          <c:val>
            <c:numRef>
              <c:f>Feuil1!$C$2:$C$5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1E6-5643-A58A-646C5761BC4C}"/>
            </c:ext>
          </c:extLst>
        </c:ser>
        <c:ser>
          <c:idx val="2"/>
          <c:order val="2"/>
          <c:tx>
            <c:strRef>
              <c:f>Feuil1!$D$1</c:f>
              <c:strCache>
                <c:ptCount val="1"/>
                <c:pt idx="0">
                  <c:v>Série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Feuil1!$A$2:$A$5</c:f>
              <c:strCache>
                <c:ptCount val="4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  <c:pt idx="3">
                  <c:v>Catégorie 4</c:v>
                </c:pt>
              </c:strCache>
            </c:strRef>
          </c:cat>
          <c:val>
            <c:numRef>
              <c:f>Feuil1!$D$2:$D$5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1E6-5643-A58A-646C5761BC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10070144"/>
        <c:axId val="1176411584"/>
      </c:barChart>
      <c:catAx>
        <c:axId val="1210070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176411584"/>
        <c:crosses val="autoZero"/>
        <c:auto val="1"/>
        <c:lblAlgn val="ctr"/>
        <c:lblOffset val="100"/>
        <c:noMultiLvlLbl val="0"/>
      </c:catAx>
      <c:valAx>
        <c:axId val="11764115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2100701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77432438582999707"/>
          <c:y val="0.36226780120226909"/>
          <c:w val="0.20167435552132101"/>
          <c:h val="0.1968719837439674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216701127791428E-2"/>
          <c:y val="6.904580475827618E-2"/>
          <c:w val="0.6877700830610487"/>
          <c:h val="0.790282787232241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Feuil1!$B$2:$B$5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Feuil1!$A$2:$A$5</c15:sqref>
                        </c15:formulaRef>
                      </c:ext>
                    </c:extLst>
                    <c:strCache>
                      <c:ptCount val="4"/>
                      <c:pt idx="0">
                        <c:v>Catégorie 1</c:v>
                      </c:pt>
                      <c:pt idx="1">
                        <c:v>Catégorie 2</c:v>
                      </c:pt>
                      <c:pt idx="2">
                        <c:v>Catégorie 3</c:v>
                      </c:pt>
                      <c:pt idx="3">
                        <c:v>Catégorie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0-31E6-5643-A58A-646C5761BC4C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Série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Ref>
              <c:f>Feuil1!$C$2:$C$5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Feuil1!$A$2:$A$5</c15:sqref>
                        </c15:formulaRef>
                      </c:ext>
                    </c:extLst>
                    <c:strCache>
                      <c:ptCount val="4"/>
                      <c:pt idx="0">
                        <c:v>Catégorie 1</c:v>
                      </c:pt>
                      <c:pt idx="1">
                        <c:v>Catégorie 2</c:v>
                      </c:pt>
                      <c:pt idx="2">
                        <c:v>Catégorie 3</c:v>
                      </c:pt>
                      <c:pt idx="3">
                        <c:v>Catégorie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1-31E6-5643-A58A-646C5761BC4C}"/>
            </c:ext>
          </c:extLst>
        </c:ser>
        <c:ser>
          <c:idx val="2"/>
          <c:order val="2"/>
          <c:tx>
            <c:strRef>
              <c:f>Feuil1!$D$1</c:f>
              <c:strCache>
                <c:ptCount val="1"/>
                <c:pt idx="0">
                  <c:v>Série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val>
            <c:numRef>
              <c:f>Feuil1!$D$2:$D$5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Feuil1!$A$2:$A$5</c15:sqref>
                        </c15:formulaRef>
                      </c:ext>
                    </c:extLst>
                    <c:strCache>
                      <c:ptCount val="4"/>
                      <c:pt idx="0">
                        <c:v>Catégorie 1</c:v>
                      </c:pt>
                      <c:pt idx="1">
                        <c:v>Catégorie 2</c:v>
                      </c:pt>
                      <c:pt idx="2">
                        <c:v>Catégorie 3</c:v>
                      </c:pt>
                      <c:pt idx="3">
                        <c:v>Catégorie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2-31E6-5643-A58A-646C5761BC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10070144"/>
        <c:axId val="1176411584"/>
      </c:barChart>
      <c:catAx>
        <c:axId val="1210070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176411584"/>
        <c:crosses val="autoZero"/>
        <c:auto val="1"/>
        <c:lblAlgn val="ctr"/>
        <c:lblOffset val="100"/>
        <c:noMultiLvlLbl val="0"/>
      </c:catAx>
      <c:valAx>
        <c:axId val="11764115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2100701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77432438582999707"/>
          <c:y val="0.36226780120226909"/>
          <c:w val="0.20167435552132101"/>
          <c:h val="0.1968719837439674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216701127791428E-2"/>
          <c:y val="6.904580475827618E-2"/>
          <c:w val="0.6877700830610487"/>
          <c:h val="0.7902827872322411"/>
        </c:manualLayout>
      </c:layout>
      <c:lineChart>
        <c:grouping val="standar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Feuil1!$A$2:$A$5</c:f>
              <c:strCache>
                <c:ptCount val="4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  <c:pt idx="3">
                  <c:v>Catégorie 4</c:v>
                </c:pt>
              </c:strCache>
            </c:strRef>
          </c:cat>
          <c:val>
            <c:numRef>
              <c:f>Feuil1!$B$2:$B$5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1E6-5643-A58A-646C5761BC4C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Série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Feuil1!$A$2:$A$5</c:f>
              <c:strCache>
                <c:ptCount val="4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  <c:pt idx="3">
                  <c:v>Catégorie 4</c:v>
                </c:pt>
              </c:strCache>
            </c:strRef>
          </c:cat>
          <c:val>
            <c:numRef>
              <c:f>Feuil1!$C$2:$C$5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1E6-5643-A58A-646C5761BC4C}"/>
            </c:ext>
          </c:extLst>
        </c:ser>
        <c:ser>
          <c:idx val="2"/>
          <c:order val="2"/>
          <c:tx>
            <c:strRef>
              <c:f>Feuil1!$D$1</c:f>
              <c:strCache>
                <c:ptCount val="1"/>
                <c:pt idx="0">
                  <c:v>Série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Feuil1!$A$2:$A$5</c:f>
              <c:strCache>
                <c:ptCount val="4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  <c:pt idx="3">
                  <c:v>Catégorie 4</c:v>
                </c:pt>
              </c:strCache>
            </c:strRef>
          </c:cat>
          <c:val>
            <c:numRef>
              <c:f>Feuil1!$D$2:$D$5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1E6-5643-A58A-646C5761BC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10070144"/>
        <c:axId val="1176411584"/>
      </c:lineChart>
      <c:catAx>
        <c:axId val="1210070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176411584"/>
        <c:crosses val="autoZero"/>
        <c:auto val="1"/>
        <c:lblAlgn val="ctr"/>
        <c:lblOffset val="100"/>
        <c:noMultiLvlLbl val="0"/>
      </c:catAx>
      <c:valAx>
        <c:axId val="11764115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2100701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77432438582999707"/>
          <c:y val="0.36226780120226909"/>
          <c:w val="0.20167435552132101"/>
          <c:h val="0.1968719837439674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216701127791428E-2"/>
          <c:y val="6.904580475827618E-2"/>
          <c:w val="0.6877700830610487"/>
          <c:h val="0.7902827872322411"/>
        </c:manualLayout>
      </c:layout>
      <c:bubbleChart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xVal>
            <c:strRef>
              <c:f>Feuil1!$A$2:$A$5</c:f>
              <c:strCache>
                <c:ptCount val="4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  <c:pt idx="3">
                  <c:v>Catégorie 4</c:v>
                </c:pt>
              </c:strCache>
            </c:strRef>
          </c:xVal>
          <c:yVal>
            <c:numRef>
              <c:f>Feuil1!$B$2:$B$5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yVal>
          <c:bubbleSize>
            <c:numLit>
              <c:formatCode>General</c:formatCode>
              <c:ptCount val="4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</c:numLit>
          </c:bubbleSize>
          <c:bubble3D val="0"/>
          <c:extLst>
            <c:ext xmlns:c16="http://schemas.microsoft.com/office/drawing/2014/chart" uri="{C3380CC4-5D6E-409C-BE32-E72D297353CC}">
              <c16:uniqueId val="{00000000-31E6-5643-A58A-646C5761BC4C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Série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xVal>
            <c:strRef>
              <c:f>Feuil1!$A$2:$A$5</c:f>
              <c:strCache>
                <c:ptCount val="4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  <c:pt idx="3">
                  <c:v>Catégorie 4</c:v>
                </c:pt>
              </c:strCache>
            </c:strRef>
          </c:xVal>
          <c:yVal>
            <c:numRef>
              <c:f>Feuil1!$C$2:$C$5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yVal>
          <c:bubbleSize>
            <c:numLit>
              <c:formatCode>General</c:formatCode>
              <c:ptCount val="4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</c:numLit>
          </c:bubbleSize>
          <c:bubble3D val="0"/>
          <c:extLst>
            <c:ext xmlns:c16="http://schemas.microsoft.com/office/drawing/2014/chart" uri="{C3380CC4-5D6E-409C-BE32-E72D297353CC}">
              <c16:uniqueId val="{00000001-31E6-5643-A58A-646C5761BC4C}"/>
            </c:ext>
          </c:extLst>
        </c:ser>
        <c:ser>
          <c:idx val="2"/>
          <c:order val="2"/>
          <c:tx>
            <c:strRef>
              <c:f>Feuil1!$D$1</c:f>
              <c:strCache>
                <c:ptCount val="1"/>
                <c:pt idx="0">
                  <c:v>Série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xVal>
            <c:strRef>
              <c:f>Feuil1!$A$2:$A$5</c:f>
              <c:strCache>
                <c:ptCount val="4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  <c:pt idx="3">
                  <c:v>Catégorie 4</c:v>
                </c:pt>
              </c:strCache>
            </c:strRef>
          </c:xVal>
          <c:yVal>
            <c:numRef>
              <c:f>Feuil1!$D$2:$D$5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yVal>
          <c:bubbleSize>
            <c:numLit>
              <c:formatCode>General</c:formatCode>
              <c:ptCount val="4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</c:numLit>
          </c:bubbleSize>
          <c:bubble3D val="0"/>
          <c:extLst>
            <c:ext xmlns:c16="http://schemas.microsoft.com/office/drawing/2014/chart" uri="{C3380CC4-5D6E-409C-BE32-E72D297353CC}">
              <c16:uniqueId val="{00000002-31E6-5643-A58A-646C5761BC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1210070144"/>
        <c:axId val="1176411584"/>
      </c:bubbleChart>
      <c:valAx>
        <c:axId val="1210070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176411584"/>
        <c:crosses val="autoZero"/>
        <c:crossBetween val="midCat"/>
      </c:valAx>
      <c:valAx>
        <c:axId val="11764115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21007014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77432438582999707"/>
          <c:y val="0.36226780120226909"/>
          <c:w val="0.20167435552132101"/>
          <c:h val="0.1968719837439674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657C1B5-AB42-9A34-CD92-1A9BAAD7E6D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499E81-8304-554F-4291-37180299B0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26CC98-E336-504E-933B-C3D354E07B3D}" type="datetimeFigureOut">
              <a:rPr lang="fr-FR" smtClean="0">
                <a:latin typeface="Arial" panose="020B0604020202020204" pitchFamily="34" charset="0"/>
              </a:rPr>
              <a:t>08/06/2026</a:t>
            </a:fld>
            <a:endParaRPr lang="fr-FR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A70B05-6435-A072-BA30-63679BB6D8C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B66B70-3399-A2A1-F1C9-2B761DCEDB3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598D10-4445-174D-94A6-363D26618E26}" type="slidenum">
              <a:rPr lang="fr-FR" smtClean="0">
                <a:latin typeface="Arial" panose="020B0604020202020204" pitchFamily="34" charset="0"/>
              </a:rPr>
              <a:t>‹N°›</a:t>
            </a:fld>
            <a:endParaRPr lang="fr-F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0860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>
              <a:latin typeface="Arial" panose="020B0604020202020204" pitchFamily="34" charset="0"/>
            </a:endParaRPr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7A0C42-0D21-4A45-A0B4-6EE4911AC5FA}" type="datetimeFigureOut">
              <a:rPr lang="fr-FR" smtClean="0">
                <a:latin typeface="Arial" panose="020B0604020202020204" pitchFamily="34" charset="0"/>
              </a:rPr>
              <a:t>08/06/2026</a:t>
            </a:fld>
            <a:endParaRPr lang="fr-FR">
              <a:latin typeface="Arial" panose="020B0604020202020204" pitchFamily="34" charset="0"/>
            </a:endParaRPr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>
              <a:latin typeface="Arial" panose="020B0604020202020204" pitchFamily="34" charset="0"/>
            </a:endParaRPr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>
              <a:latin typeface="Arial" panose="020B0604020202020204" pitchFamily="34" charset="0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08B91C-D943-6F4F-9C47-DBE552A83625}" type="slidenum">
              <a:rPr lang="fr-FR" smtClean="0">
                <a:latin typeface="Arial" panose="020B0604020202020204" pitchFamily="34" charset="0"/>
              </a:rPr>
              <a:t>‹N°›</a:t>
            </a:fld>
            <a:endParaRPr lang="fr-F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297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4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6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slideMaster" Target="../slideMasters/slideMaster1.xml"/><Relationship Id="rId5" Type="http://schemas.openxmlformats.org/officeDocument/2006/relationships/image" Target="../media/image7.jpeg"/><Relationship Id="rId6" Type="http://schemas.openxmlformats.org/officeDocument/2006/relationships/oleObject" Target="../embeddings/oleObject3.bin"/><Relationship Id="rId7" Type="http://schemas.openxmlformats.org/officeDocument/2006/relationships/image" Target="../media/image8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8.emf"/><Relationship Id="rId5" Type="http://schemas.openxmlformats.org/officeDocument/2006/relationships/image" Target="../media/image7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8.emf"/><Relationship Id="rId5" Type="http://schemas.openxmlformats.org/officeDocument/2006/relationships/image" Target="../media/image7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3.bin"/><Relationship Id="rId6" Type="http://schemas.openxmlformats.org/officeDocument/2006/relationships/image" Target="../media/image8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8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.emf"/><Relationship Id="rId5" Type="http://schemas.openxmlformats.org/officeDocument/2006/relationships/image" Target="../media/image9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.emf"/><Relationship Id="rId5" Type="http://schemas.openxmlformats.org/officeDocument/2006/relationships/image" Target="../media/image10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.emf"/><Relationship Id="rId5" Type="http://schemas.openxmlformats.org/officeDocument/2006/relationships/image" Target="../media/image7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.emf"/><Relationship Id="rId5" Type="http://schemas.openxmlformats.org/officeDocument/2006/relationships/image" Target="../media/image11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5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5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1AD9BB4A-97B5-E59A-5CEF-FFE9815705A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8509323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1AD9BB4A-97B5-E59A-5CEF-FFE9815705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ot.title">
            <a:extLst>
              <a:ext uri="{FF2B5EF4-FFF2-40B4-BE49-F238E27FC236}">
                <a16:creationId xmlns:a16="http://schemas.microsoft.com/office/drawing/2014/main" id="{FCE45F8B-6B35-4416-DE1A-36DAC87E8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48384"/>
            <a:ext cx="11090275" cy="632691"/>
          </a:xfrm>
        </p:spPr>
        <p:txBody>
          <a:bodyPr vert="horz" anchor="t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slot.body-left">
            <a:extLst>
              <a:ext uri="{FF2B5EF4-FFF2-40B4-BE49-F238E27FC236}">
                <a16:creationId xmlns:a16="http://schemas.microsoft.com/office/drawing/2014/main" id="{DD259420-A1F5-B3E7-FA1E-AF141FA30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1125538"/>
            <a:ext cx="11090275" cy="5111748"/>
          </a:xfrm>
        </p:spPr>
        <p:txBody>
          <a:bodyPr/>
          <a:lstStyle>
            <a:lvl1pPr marL="177800" indent="-174625">
              <a:tabLst>
                <a:tab pos="219075" algn="l"/>
              </a:tabLst>
              <a:defRPr/>
            </a:lvl1pPr>
            <a:lvl2pPr marL="355600" indent="-177800">
              <a:tabLst/>
              <a:defRPr/>
            </a:lvl2pPr>
            <a:lvl3pPr marL="488950" indent="-133350">
              <a:tabLst/>
              <a:defRPr/>
            </a:lvl3pPr>
            <a:lvl4pPr marL="623888" indent="-134938">
              <a:tabLst/>
              <a:defRPr/>
            </a:lvl4pPr>
            <a:lvl5pPr marL="757238" indent="-133350">
              <a:tabLst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6" name="slot.footer-page">
            <a:extLst>
              <a:ext uri="{FF2B5EF4-FFF2-40B4-BE49-F238E27FC236}">
                <a16:creationId xmlns:a16="http://schemas.microsoft.com/office/drawing/2014/main" id="{C0B19DAE-9253-B1E3-C9A1-BAD732832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836" y="6570000"/>
            <a:ext cx="323476" cy="109870"/>
          </a:xfrm>
        </p:spPr>
        <p:txBody>
          <a:bodyPr anchor="t"/>
          <a:lstStyle/>
          <a:p>
            <a:fld id="{27D40A0C-669C-7745-8A4B-A0A60E70B612}" type="slidenum">
              <a:rPr lang="fr-FR" smtClean="0"/>
              <a:t>‹N°›</a:t>
            </a:fld>
            <a:endParaRPr lang="fr-FR"/>
          </a:p>
        </p:txBody>
      </p:sp>
      <p:sp>
        <p:nvSpPr>
          <p:cNvPr id="20" name="slot.source">
            <a:extLst>
              <a:ext uri="{FF2B5EF4-FFF2-40B4-BE49-F238E27FC236}">
                <a16:creationId xmlns:a16="http://schemas.microsoft.com/office/drawing/2014/main" id="{A0EE391D-69CD-DBA5-462B-AEF51D098FA6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234696" y="6570000"/>
            <a:ext cx="8605719" cy="252569"/>
          </a:xfr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r>
              <a:rPr lang="fr-FR"/>
              <a:t>Source: 1. </a:t>
            </a:r>
          </a:p>
        </p:txBody>
      </p:sp>
      <p:cxnSp>
        <p:nvCxnSpPr>
          <p:cNvPr id="4" name="Connecteur droit 36">
            <a:extLst>
              <a:ext uri="{FF2B5EF4-FFF2-40B4-BE49-F238E27FC236}">
                <a16:creationId xmlns:a16="http://schemas.microsoft.com/office/drawing/2014/main" id="{1CC5ED8D-4C8C-5DAC-188C-4419FBCB9EEE}"/>
              </a:ext>
            </a:extLst>
          </p:cNvPr>
          <p:cNvCxnSpPr/>
          <p:nvPr userDrawn="1"/>
        </p:nvCxnSpPr>
        <p:spPr>
          <a:xfrm>
            <a:off x="550863" y="6453336"/>
            <a:ext cx="111252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ot.footer-copyright">
            <a:extLst>
              <a:ext uri="{FF2B5EF4-FFF2-40B4-BE49-F238E27FC236}">
                <a16:creationId xmlns:a16="http://schemas.microsoft.com/office/drawing/2014/main" id="{A2FEA1FF-9F37-6219-3F4E-99D834B28FEB}"/>
              </a:ext>
            </a:extLst>
          </p:cNvPr>
          <p:cNvSpPr txBox="1"/>
          <p:nvPr userDrawn="1"/>
        </p:nvSpPr>
        <p:spPr>
          <a:xfrm>
            <a:off x="9912424" y="6570000"/>
            <a:ext cx="1234480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Arial" panose="020B0604020202020204" pitchFamily="34" charset="0"/>
              </a:rPr>
              <a:t>©Year Acme</a:t>
            </a:r>
          </a:p>
        </p:txBody>
      </p:sp>
      <p:sp>
        <p:nvSpPr>
          <p:cNvPr id="8" name="slot.footer-logo">
            <a:extLst>
              <a:ext uri="{FF2B5EF4-FFF2-40B4-BE49-F238E27FC236}">
                <a16:creationId xmlns:a16="http://schemas.microsoft.com/office/drawing/2014/main" id="{E8981164-199B-BE71-F7D8-B1188DFC07F2}"/>
              </a:ext>
            </a:extLst>
          </p:cNvPr>
          <p:cNvSpPr txBox="1"/>
          <p:nvPr userDrawn="1"/>
        </p:nvSpPr>
        <p:spPr>
          <a:xfrm>
            <a:off x="540130" y="6551596"/>
            <a:ext cx="609600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C782"/>
              </a:buClr>
              <a:buSzPct val="100000"/>
              <a:buFont typeface="Arial" panose="020B0604020202020204" pitchFamily="34" charset="0"/>
              <a:buNone/>
              <a:tabLst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ACME_logo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020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AE79F8E0-68D6-7A80-58A2-3510063CB7B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4038799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AE79F8E0-68D6-7A80-58A2-3510063CB7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ot.title">
            <a:extLst>
              <a:ext uri="{FF2B5EF4-FFF2-40B4-BE49-F238E27FC236}">
                <a16:creationId xmlns:a16="http://schemas.microsoft.com/office/drawing/2014/main" id="{8E7A6757-C645-3EC5-79F9-70135F48F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anchor="t"/>
          <a:lstStyle/>
          <a:p>
            <a:r>
              <a:rPr lang="en-GB"/>
              <a:t>Click to edit Master title style</a:t>
            </a:r>
            <a:endParaRPr lang="fr-FR"/>
          </a:p>
        </p:txBody>
      </p:sp>
      <p:cxnSp>
        <p:nvCxnSpPr>
          <p:cNvPr id="3" name="Connecteur droit 36">
            <a:extLst>
              <a:ext uri="{FF2B5EF4-FFF2-40B4-BE49-F238E27FC236}">
                <a16:creationId xmlns:a16="http://schemas.microsoft.com/office/drawing/2014/main" id="{B43693E6-1D97-21C5-D34A-11835DD2C8C3}"/>
              </a:ext>
            </a:extLst>
          </p:cNvPr>
          <p:cNvCxnSpPr/>
          <p:nvPr userDrawn="1"/>
        </p:nvCxnSpPr>
        <p:spPr>
          <a:xfrm>
            <a:off x="550863" y="6453188"/>
            <a:ext cx="111252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ot.source">
            <a:extLst>
              <a:ext uri="{FF2B5EF4-FFF2-40B4-BE49-F238E27FC236}">
                <a16:creationId xmlns:a16="http://schemas.microsoft.com/office/drawing/2014/main" id="{1EAE700C-AA3D-B07B-6407-A28618C99CA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234696" y="6570000"/>
            <a:ext cx="8605719" cy="252569"/>
          </a:xfr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r>
              <a:rPr lang="fr-FR"/>
              <a:t>Source: 1. </a:t>
            </a:r>
          </a:p>
        </p:txBody>
      </p:sp>
      <p:sp>
        <p:nvSpPr>
          <p:cNvPr id="17" name="slot.footer-page">
            <a:extLst>
              <a:ext uri="{FF2B5EF4-FFF2-40B4-BE49-F238E27FC236}">
                <a16:creationId xmlns:a16="http://schemas.microsoft.com/office/drawing/2014/main" id="{30471A69-7D18-731A-528E-0F5C73D32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836" y="6570000"/>
            <a:ext cx="323476" cy="109870"/>
          </a:xfrm>
        </p:spPr>
        <p:txBody>
          <a:bodyPr anchor="t"/>
          <a:lstStyle/>
          <a:p>
            <a:fld id="{27D40A0C-669C-7745-8A4B-A0A60E70B612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slot.footer-copyright">
            <a:extLst>
              <a:ext uri="{FF2B5EF4-FFF2-40B4-BE49-F238E27FC236}">
                <a16:creationId xmlns:a16="http://schemas.microsoft.com/office/drawing/2014/main" id="{6F36171D-B542-2086-9241-E71F1886F35F}"/>
              </a:ext>
            </a:extLst>
          </p:cNvPr>
          <p:cNvSpPr txBox="1"/>
          <p:nvPr userDrawn="1"/>
        </p:nvSpPr>
        <p:spPr>
          <a:xfrm>
            <a:off x="9912424" y="6570000"/>
            <a:ext cx="1234480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Arial" panose="020B0604020202020204" pitchFamily="34" charset="0"/>
              </a:rPr>
              <a:t>©Year Acme</a:t>
            </a:r>
          </a:p>
        </p:txBody>
      </p:sp>
      <p:sp>
        <p:nvSpPr>
          <p:cNvPr id="5" name="slot.footer-logo">
            <a:extLst>
              <a:ext uri="{FF2B5EF4-FFF2-40B4-BE49-F238E27FC236}">
                <a16:creationId xmlns:a16="http://schemas.microsoft.com/office/drawing/2014/main" id="{D41DD35C-CF64-510B-4D2D-9A5073A838A6}"/>
              </a:ext>
            </a:extLst>
          </p:cNvPr>
          <p:cNvSpPr txBox="1"/>
          <p:nvPr userDrawn="1"/>
        </p:nvSpPr>
        <p:spPr>
          <a:xfrm>
            <a:off x="540130" y="6551596"/>
            <a:ext cx="609600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C782"/>
              </a:buClr>
              <a:buSzPct val="100000"/>
              <a:buFont typeface="Arial" panose="020B0604020202020204" pitchFamily="34" charset="0"/>
              <a:buNone/>
              <a:tabLst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ACME_logo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573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1AD9BB4A-97B5-E59A-5CEF-FFE9815705A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9512513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1AD9BB4A-97B5-E59A-5CEF-FFE9815705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ot.title">
            <a:extLst>
              <a:ext uri="{FF2B5EF4-FFF2-40B4-BE49-F238E27FC236}">
                <a16:creationId xmlns:a16="http://schemas.microsoft.com/office/drawing/2014/main" id="{FCE45F8B-6B35-4416-DE1A-36DAC87E8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00" y="349199"/>
            <a:ext cx="11125200" cy="631875"/>
          </a:xfrm>
        </p:spPr>
        <p:txBody>
          <a:bodyPr vert="horz" anchor="t"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slot.body-left">
            <a:extLst>
              <a:ext uri="{FF2B5EF4-FFF2-40B4-BE49-F238E27FC236}">
                <a16:creationId xmlns:a16="http://schemas.microsoft.com/office/drawing/2014/main" id="{DD259420-A1F5-B3E7-FA1E-AF141FA30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2" y="1513305"/>
            <a:ext cx="11090275" cy="47239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slot.subtitle">
            <a:extLst>
              <a:ext uri="{FF2B5EF4-FFF2-40B4-BE49-F238E27FC236}">
                <a16:creationId xmlns:a16="http://schemas.microsoft.com/office/drawing/2014/main" id="{0BD151FF-774C-0F45-1C17-D35CEB240F37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564148" y="1133385"/>
            <a:ext cx="11122409" cy="208053"/>
          </a:xfrm>
        </p:spPr>
        <p:txBody>
          <a:bodyPr>
            <a:noAutofit/>
          </a:bodyPr>
          <a:lstStyle>
            <a:lvl1pPr marL="0" indent="0" algn="l">
              <a:buNone/>
              <a:defRPr sz="1400" b="1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fr-FR"/>
          </a:p>
        </p:txBody>
      </p:sp>
      <p:cxnSp>
        <p:nvCxnSpPr>
          <p:cNvPr id="8" name="Connecteur droit 36">
            <a:extLst>
              <a:ext uri="{FF2B5EF4-FFF2-40B4-BE49-F238E27FC236}">
                <a16:creationId xmlns:a16="http://schemas.microsoft.com/office/drawing/2014/main" id="{08939853-4045-6FA0-4B47-91A48F00F003}"/>
              </a:ext>
            </a:extLst>
          </p:cNvPr>
          <p:cNvCxnSpPr/>
          <p:nvPr userDrawn="1"/>
        </p:nvCxnSpPr>
        <p:spPr>
          <a:xfrm>
            <a:off x="550863" y="6453188"/>
            <a:ext cx="111252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ot.footer-page">
            <a:extLst>
              <a:ext uri="{FF2B5EF4-FFF2-40B4-BE49-F238E27FC236}">
                <a16:creationId xmlns:a16="http://schemas.microsoft.com/office/drawing/2014/main" id="{E93BE603-3A6B-82E8-B096-333EF0F29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836" y="6570000"/>
            <a:ext cx="323476" cy="109870"/>
          </a:xfrm>
        </p:spPr>
        <p:txBody>
          <a:bodyPr anchor="t"/>
          <a:lstStyle/>
          <a:p>
            <a:fld id="{27D40A0C-669C-7745-8A4B-A0A60E70B612}" type="slidenum">
              <a:rPr lang="fr-FR" smtClean="0"/>
              <a:t>‹N°›</a:t>
            </a:fld>
            <a:endParaRPr lang="fr-FR"/>
          </a:p>
        </p:txBody>
      </p:sp>
      <p:sp>
        <p:nvSpPr>
          <p:cNvPr id="16" name="slot.source">
            <a:extLst>
              <a:ext uri="{FF2B5EF4-FFF2-40B4-BE49-F238E27FC236}">
                <a16:creationId xmlns:a16="http://schemas.microsoft.com/office/drawing/2014/main" id="{30FB613D-2E4E-C892-5E41-010F534973B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234696" y="6570000"/>
            <a:ext cx="8605719" cy="252569"/>
          </a:xfr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r>
              <a:rPr lang="fr-FR"/>
              <a:t>Source: 1. </a:t>
            </a:r>
          </a:p>
        </p:txBody>
      </p:sp>
      <p:sp>
        <p:nvSpPr>
          <p:cNvPr id="5" name="slot.footer-copyright">
            <a:extLst>
              <a:ext uri="{FF2B5EF4-FFF2-40B4-BE49-F238E27FC236}">
                <a16:creationId xmlns:a16="http://schemas.microsoft.com/office/drawing/2014/main" id="{E99671A2-29BC-C486-4FDD-535AB808C56F}"/>
              </a:ext>
            </a:extLst>
          </p:cNvPr>
          <p:cNvSpPr txBox="1"/>
          <p:nvPr userDrawn="1"/>
        </p:nvSpPr>
        <p:spPr>
          <a:xfrm>
            <a:off x="9912424" y="6570000"/>
            <a:ext cx="1234480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Arial" panose="020B0604020202020204" pitchFamily="34" charset="0"/>
              </a:rPr>
              <a:t>©Year Acme</a:t>
            </a:r>
          </a:p>
        </p:txBody>
      </p:sp>
      <p:sp>
        <p:nvSpPr>
          <p:cNvPr id="6" name="slot.footer-logo">
            <a:extLst>
              <a:ext uri="{FF2B5EF4-FFF2-40B4-BE49-F238E27FC236}">
                <a16:creationId xmlns:a16="http://schemas.microsoft.com/office/drawing/2014/main" id="{1F03ADAA-DE4B-1668-3DA4-78AC64CFC6AC}"/>
              </a:ext>
            </a:extLst>
          </p:cNvPr>
          <p:cNvSpPr txBox="1"/>
          <p:nvPr userDrawn="1"/>
        </p:nvSpPr>
        <p:spPr>
          <a:xfrm>
            <a:off x="540130" y="6551596"/>
            <a:ext cx="609600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C782"/>
              </a:buClr>
              <a:buSzPct val="100000"/>
              <a:buFont typeface="Arial" panose="020B0604020202020204" pitchFamily="34" charset="0"/>
              <a:buNone/>
              <a:tabLst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ACME_logo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6726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 11" hidden="1">
            <a:extLst>
              <a:ext uri="{FF2B5EF4-FFF2-40B4-BE49-F238E27FC236}">
                <a16:creationId xmlns:a16="http://schemas.microsoft.com/office/drawing/2014/main" id="{2DD2EA5B-6017-6F95-2F28-0ADD5C83601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2860850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2" name="Objet 11" hidden="1">
                        <a:extLst>
                          <a:ext uri="{FF2B5EF4-FFF2-40B4-BE49-F238E27FC236}">
                            <a16:creationId xmlns:a16="http://schemas.microsoft.com/office/drawing/2014/main" id="{2DD2EA5B-6017-6F95-2F28-0ADD5C8360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ot.title">
            <a:extLst>
              <a:ext uri="{FF2B5EF4-FFF2-40B4-BE49-F238E27FC236}">
                <a16:creationId xmlns:a16="http://schemas.microsoft.com/office/drawing/2014/main" id="{2177F37C-BE34-28C6-E3CA-11B0B3A1A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anchor="t"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slot.body-left">
            <a:extLst>
              <a:ext uri="{FF2B5EF4-FFF2-40B4-BE49-F238E27FC236}">
                <a16:creationId xmlns:a16="http://schemas.microsoft.com/office/drawing/2014/main" id="{1F024AAB-E748-56F5-69CF-8D668412B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3" y="1125539"/>
            <a:ext cx="5400675" cy="511334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slot.body-right">
            <a:extLst>
              <a:ext uri="{FF2B5EF4-FFF2-40B4-BE49-F238E27FC236}">
                <a16:creationId xmlns:a16="http://schemas.microsoft.com/office/drawing/2014/main" id="{8EB565A4-3D20-0C08-E4EA-AB81725F7D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0463" y="1125532"/>
            <a:ext cx="5400675" cy="51133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90A88D2-F8C4-81ED-FEBF-EA430F60BC81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160456"/>
            <a:ext cx="0" cy="5113344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36">
            <a:extLst>
              <a:ext uri="{FF2B5EF4-FFF2-40B4-BE49-F238E27FC236}">
                <a16:creationId xmlns:a16="http://schemas.microsoft.com/office/drawing/2014/main" id="{1CB2B196-D3FB-715E-2606-A143AAAF397A}"/>
              </a:ext>
            </a:extLst>
          </p:cNvPr>
          <p:cNvCxnSpPr/>
          <p:nvPr userDrawn="1"/>
        </p:nvCxnSpPr>
        <p:spPr>
          <a:xfrm>
            <a:off x="550863" y="6453188"/>
            <a:ext cx="111252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ot.footer-page">
            <a:extLst>
              <a:ext uri="{FF2B5EF4-FFF2-40B4-BE49-F238E27FC236}">
                <a16:creationId xmlns:a16="http://schemas.microsoft.com/office/drawing/2014/main" id="{1382F4B7-187B-8A42-30AA-40FBAC1ED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836" y="6570000"/>
            <a:ext cx="323476" cy="109870"/>
          </a:xfrm>
        </p:spPr>
        <p:txBody>
          <a:bodyPr anchor="t"/>
          <a:lstStyle/>
          <a:p>
            <a:fld id="{27D40A0C-669C-7745-8A4B-A0A60E70B612}" type="slidenum">
              <a:rPr lang="fr-FR" smtClean="0"/>
              <a:t>‹N°›</a:t>
            </a:fld>
            <a:endParaRPr lang="fr-FR"/>
          </a:p>
        </p:txBody>
      </p:sp>
      <p:sp>
        <p:nvSpPr>
          <p:cNvPr id="18" name="slot.source">
            <a:extLst>
              <a:ext uri="{FF2B5EF4-FFF2-40B4-BE49-F238E27FC236}">
                <a16:creationId xmlns:a16="http://schemas.microsoft.com/office/drawing/2014/main" id="{134DD0FE-B05A-6304-7865-C88149104BD6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234696" y="6570000"/>
            <a:ext cx="8605719" cy="252569"/>
          </a:xfr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r>
              <a:rPr lang="fr-FR"/>
              <a:t>Source: 1. </a:t>
            </a:r>
          </a:p>
        </p:txBody>
      </p:sp>
      <p:sp>
        <p:nvSpPr>
          <p:cNvPr id="6" name="slot.footer-copyright">
            <a:extLst>
              <a:ext uri="{FF2B5EF4-FFF2-40B4-BE49-F238E27FC236}">
                <a16:creationId xmlns:a16="http://schemas.microsoft.com/office/drawing/2014/main" id="{4DF8E504-CA60-F860-96A9-F4BC5E46CA41}"/>
              </a:ext>
            </a:extLst>
          </p:cNvPr>
          <p:cNvSpPr txBox="1"/>
          <p:nvPr userDrawn="1"/>
        </p:nvSpPr>
        <p:spPr>
          <a:xfrm>
            <a:off x="9912424" y="6570000"/>
            <a:ext cx="1234480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Arial" panose="020B0604020202020204" pitchFamily="34" charset="0"/>
              </a:rPr>
              <a:t>©Year Acme</a:t>
            </a:r>
          </a:p>
        </p:txBody>
      </p:sp>
      <p:sp>
        <p:nvSpPr>
          <p:cNvPr id="7" name="slot.footer-logo">
            <a:extLst>
              <a:ext uri="{FF2B5EF4-FFF2-40B4-BE49-F238E27FC236}">
                <a16:creationId xmlns:a16="http://schemas.microsoft.com/office/drawing/2014/main" id="{BB9E44C8-0E14-E627-B39C-3CC292226220}"/>
              </a:ext>
            </a:extLst>
          </p:cNvPr>
          <p:cNvSpPr txBox="1"/>
          <p:nvPr userDrawn="1"/>
        </p:nvSpPr>
        <p:spPr>
          <a:xfrm>
            <a:off x="540130" y="6551596"/>
            <a:ext cx="609600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C782"/>
              </a:buClr>
              <a:buSzPct val="100000"/>
              <a:buFont typeface="Arial" panose="020B0604020202020204" pitchFamily="34" charset="0"/>
              <a:buNone/>
              <a:tabLst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ACME_logo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1256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and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t 12" hidden="1">
            <a:extLst>
              <a:ext uri="{FF2B5EF4-FFF2-40B4-BE49-F238E27FC236}">
                <a16:creationId xmlns:a16="http://schemas.microsoft.com/office/drawing/2014/main" id="{B384F69C-2F24-272B-6EF1-4BFDBE7294B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820389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3" name="Objet 12" hidden="1">
                        <a:extLst>
                          <a:ext uri="{FF2B5EF4-FFF2-40B4-BE49-F238E27FC236}">
                            <a16:creationId xmlns:a16="http://schemas.microsoft.com/office/drawing/2014/main" id="{B384F69C-2F24-272B-6EF1-4BFDBE7294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ot.title">
            <a:extLst>
              <a:ext uri="{FF2B5EF4-FFF2-40B4-BE49-F238E27FC236}">
                <a16:creationId xmlns:a16="http://schemas.microsoft.com/office/drawing/2014/main" id="{02A78A85-561E-020D-C7F8-40BBB3F19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036" y="349200"/>
            <a:ext cx="11090276" cy="631874"/>
          </a:xfrm>
        </p:spPr>
        <p:txBody>
          <a:bodyPr vert="horz" anchor="t"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slot.subtitle-left">
            <a:extLst>
              <a:ext uri="{FF2B5EF4-FFF2-40B4-BE49-F238E27FC236}">
                <a16:creationId xmlns:a16="http://schemas.microsoft.com/office/drawing/2014/main" id="{E43735A6-6302-B3D2-6BB7-6309454C5C3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0862" y="1125541"/>
            <a:ext cx="5400676" cy="215898"/>
          </a:xfrm>
        </p:spPr>
        <p:txBody>
          <a:bodyPr anchor="t">
            <a:noAutofit/>
          </a:bodyPr>
          <a:lstStyle>
            <a:lvl1pPr marL="0" indent="0">
              <a:buNone/>
              <a:defRPr sz="1400" b="1" cap="none" baseline="0">
                <a:solidFill>
                  <a:srgbClr val="262626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slot.body-left">
            <a:extLst>
              <a:ext uri="{FF2B5EF4-FFF2-40B4-BE49-F238E27FC236}">
                <a16:creationId xmlns:a16="http://schemas.microsoft.com/office/drawing/2014/main" id="{2D3E2C40-4C7F-6E36-C2FB-962C731502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2" y="1520826"/>
            <a:ext cx="5400677" cy="47164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slot.subtitle-right">
            <a:extLst>
              <a:ext uri="{FF2B5EF4-FFF2-40B4-BE49-F238E27FC236}">
                <a16:creationId xmlns:a16="http://schemas.microsoft.com/office/drawing/2014/main" id="{2D35804D-7044-B129-7E2C-ED3868BD4F8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39637" y="1125541"/>
            <a:ext cx="5400675" cy="215898"/>
          </a:xfrm>
        </p:spPr>
        <p:txBody>
          <a:bodyPr anchor="t">
            <a:noAutofit/>
          </a:bodyPr>
          <a:lstStyle>
            <a:lvl1pPr marL="0" indent="0">
              <a:buNone/>
              <a:defRPr sz="1400" b="1" cap="none" baseline="0">
                <a:solidFill>
                  <a:srgbClr val="262626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ot.body-right">
            <a:extLst>
              <a:ext uri="{FF2B5EF4-FFF2-40B4-BE49-F238E27FC236}">
                <a16:creationId xmlns:a16="http://schemas.microsoft.com/office/drawing/2014/main" id="{C56BF488-D9DF-64BA-30D9-77D4A3CB15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0463" y="1520827"/>
            <a:ext cx="5400676" cy="471646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C6013C-F433-3E2E-EEDA-CC28CF0FB170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170164"/>
            <a:ext cx="0" cy="5103636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36">
            <a:extLst>
              <a:ext uri="{FF2B5EF4-FFF2-40B4-BE49-F238E27FC236}">
                <a16:creationId xmlns:a16="http://schemas.microsoft.com/office/drawing/2014/main" id="{066F54DA-416F-1B59-87F1-8236FB020FA1}"/>
              </a:ext>
            </a:extLst>
          </p:cNvPr>
          <p:cNvCxnSpPr/>
          <p:nvPr userDrawn="1"/>
        </p:nvCxnSpPr>
        <p:spPr>
          <a:xfrm>
            <a:off x="550863" y="6453188"/>
            <a:ext cx="111252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ot.footer-page">
            <a:extLst>
              <a:ext uri="{FF2B5EF4-FFF2-40B4-BE49-F238E27FC236}">
                <a16:creationId xmlns:a16="http://schemas.microsoft.com/office/drawing/2014/main" id="{B1FB7D05-838F-532B-0B3B-5466C302A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836" y="6570000"/>
            <a:ext cx="323476" cy="109870"/>
          </a:xfrm>
        </p:spPr>
        <p:txBody>
          <a:bodyPr anchor="t"/>
          <a:lstStyle/>
          <a:p>
            <a:fld id="{27D40A0C-669C-7745-8A4B-A0A60E70B612}" type="slidenum">
              <a:rPr lang="fr-FR" smtClean="0"/>
              <a:t>‹N°›</a:t>
            </a:fld>
            <a:endParaRPr lang="fr-FR"/>
          </a:p>
        </p:txBody>
      </p:sp>
      <p:sp>
        <p:nvSpPr>
          <p:cNvPr id="18" name="slot.source">
            <a:extLst>
              <a:ext uri="{FF2B5EF4-FFF2-40B4-BE49-F238E27FC236}">
                <a16:creationId xmlns:a16="http://schemas.microsoft.com/office/drawing/2014/main" id="{DD6D06F4-9510-38A2-079C-836FA0E25990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234696" y="6570000"/>
            <a:ext cx="8605719" cy="252569"/>
          </a:xfr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r>
              <a:rPr lang="fr-FR"/>
              <a:t>Source: 1. </a:t>
            </a:r>
          </a:p>
        </p:txBody>
      </p:sp>
      <p:sp>
        <p:nvSpPr>
          <p:cNvPr id="8" name="slot.footer-copyright">
            <a:extLst>
              <a:ext uri="{FF2B5EF4-FFF2-40B4-BE49-F238E27FC236}">
                <a16:creationId xmlns:a16="http://schemas.microsoft.com/office/drawing/2014/main" id="{3047539A-0BFC-5BB9-0072-5DE19483ABBF}"/>
              </a:ext>
            </a:extLst>
          </p:cNvPr>
          <p:cNvSpPr txBox="1"/>
          <p:nvPr userDrawn="1"/>
        </p:nvSpPr>
        <p:spPr>
          <a:xfrm>
            <a:off x="9912424" y="6570000"/>
            <a:ext cx="1234480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Arial" panose="020B0604020202020204" pitchFamily="34" charset="0"/>
              </a:rPr>
              <a:t>©Year Acme</a:t>
            </a:r>
          </a:p>
        </p:txBody>
      </p:sp>
      <p:sp>
        <p:nvSpPr>
          <p:cNvPr id="9" name="slot.footer-logo">
            <a:extLst>
              <a:ext uri="{FF2B5EF4-FFF2-40B4-BE49-F238E27FC236}">
                <a16:creationId xmlns:a16="http://schemas.microsoft.com/office/drawing/2014/main" id="{247E3550-5CD6-33B5-5444-8A45D9F8FAC0}"/>
              </a:ext>
            </a:extLst>
          </p:cNvPr>
          <p:cNvSpPr txBox="1"/>
          <p:nvPr userDrawn="1"/>
        </p:nvSpPr>
        <p:spPr>
          <a:xfrm>
            <a:off x="540130" y="6551596"/>
            <a:ext cx="609600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C782"/>
              </a:buClr>
              <a:buSzPct val="100000"/>
              <a:buFont typeface="Arial" panose="020B0604020202020204" pitchFamily="34" charset="0"/>
              <a:buNone/>
              <a:tabLst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ACME_logo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281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and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t 12" hidden="1">
            <a:extLst>
              <a:ext uri="{FF2B5EF4-FFF2-40B4-BE49-F238E27FC236}">
                <a16:creationId xmlns:a16="http://schemas.microsoft.com/office/drawing/2014/main" id="{B384F69C-2F24-272B-6EF1-4BFDBE7294B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2764662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3" name="Objet 12" hidden="1">
                        <a:extLst>
                          <a:ext uri="{FF2B5EF4-FFF2-40B4-BE49-F238E27FC236}">
                            <a16:creationId xmlns:a16="http://schemas.microsoft.com/office/drawing/2014/main" id="{B384F69C-2F24-272B-6EF1-4BFDBE7294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ot.title">
            <a:extLst>
              <a:ext uri="{FF2B5EF4-FFF2-40B4-BE49-F238E27FC236}">
                <a16:creationId xmlns:a16="http://schemas.microsoft.com/office/drawing/2014/main" id="{02A78A85-561E-020D-C7F8-40BBB3F19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48285"/>
            <a:ext cx="11089449" cy="632790"/>
          </a:xfrm>
        </p:spPr>
        <p:txBody>
          <a:bodyPr vert="horz" anchor="t"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slot.subtitle-left">
            <a:extLst>
              <a:ext uri="{FF2B5EF4-FFF2-40B4-BE49-F238E27FC236}">
                <a16:creationId xmlns:a16="http://schemas.microsoft.com/office/drawing/2014/main" id="{E43735A6-6302-B3D2-6BB7-6309454C5C3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0862" y="1125541"/>
            <a:ext cx="3456884" cy="215896"/>
          </a:xfrm>
        </p:spPr>
        <p:txBody>
          <a:bodyPr anchor="t">
            <a:noAutofit/>
          </a:bodyPr>
          <a:lstStyle>
            <a:lvl1pPr marL="0" indent="0">
              <a:buNone/>
              <a:defRPr sz="1400" b="1" cap="none" baseline="0">
                <a:solidFill>
                  <a:srgbClr val="262626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slot.body-left">
            <a:extLst>
              <a:ext uri="{FF2B5EF4-FFF2-40B4-BE49-F238E27FC236}">
                <a16:creationId xmlns:a16="http://schemas.microsoft.com/office/drawing/2014/main" id="{2D3E2C40-4C7F-6E36-C2FB-962C731502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2" y="1520825"/>
            <a:ext cx="3456883" cy="471646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slot.subtitle-right">
            <a:extLst>
              <a:ext uri="{FF2B5EF4-FFF2-40B4-BE49-F238E27FC236}">
                <a16:creationId xmlns:a16="http://schemas.microsoft.com/office/drawing/2014/main" id="{2D35804D-7044-B129-7E2C-ED3868BD4F8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8184239" y="1125931"/>
            <a:ext cx="3456899" cy="210874"/>
          </a:xfrm>
        </p:spPr>
        <p:txBody>
          <a:bodyPr anchor="t">
            <a:noAutofit/>
          </a:bodyPr>
          <a:lstStyle>
            <a:lvl1pPr marL="0" indent="0">
              <a:buNone/>
              <a:defRPr sz="1400" b="1" cap="none" baseline="0">
                <a:solidFill>
                  <a:srgbClr val="262626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ot.body-right">
            <a:extLst>
              <a:ext uri="{FF2B5EF4-FFF2-40B4-BE49-F238E27FC236}">
                <a16:creationId xmlns:a16="http://schemas.microsoft.com/office/drawing/2014/main" id="{C56BF488-D9DF-64BA-30D9-77D4A3CB15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84239" y="1520824"/>
            <a:ext cx="3456900" cy="47164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7" name="slot.subtitle-middle">
            <a:extLst>
              <a:ext uri="{FF2B5EF4-FFF2-40B4-BE49-F238E27FC236}">
                <a16:creationId xmlns:a16="http://schemas.microsoft.com/office/drawing/2014/main" id="{5E8252F0-DE57-E2EB-BE2E-BAD06505AF77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31551" y="1125541"/>
            <a:ext cx="3528885" cy="215896"/>
          </a:xfrm>
        </p:spPr>
        <p:txBody>
          <a:bodyPr anchor="t">
            <a:noAutofit/>
          </a:bodyPr>
          <a:lstStyle>
            <a:lvl1pPr marL="0" indent="0">
              <a:buNone/>
              <a:defRPr sz="1400" b="1" cap="none" baseline="0">
                <a:solidFill>
                  <a:srgbClr val="262626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slot.body-center">
            <a:extLst>
              <a:ext uri="{FF2B5EF4-FFF2-40B4-BE49-F238E27FC236}">
                <a16:creationId xmlns:a16="http://schemas.microsoft.com/office/drawing/2014/main" id="{AF4E5750-BDEC-4328-0B8F-9525E2496CFD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4331552" y="1520825"/>
            <a:ext cx="3528884" cy="47164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E2F36D0-28FF-6B49-76D0-D1C21FA8590B}"/>
              </a:ext>
            </a:extLst>
          </p:cNvPr>
          <p:cNvGrpSpPr/>
          <p:nvPr userDrawn="1"/>
        </p:nvGrpSpPr>
        <p:grpSpPr>
          <a:xfrm>
            <a:off x="4169654" y="1160463"/>
            <a:ext cx="3852688" cy="5113337"/>
            <a:chOff x="4169654" y="1341438"/>
            <a:chExt cx="3852688" cy="4932362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822CC69-BBF0-FB0F-91DE-50C179D25154}"/>
                </a:ext>
              </a:extLst>
            </p:cNvPr>
            <p:cNvCxnSpPr/>
            <p:nvPr userDrawn="1"/>
          </p:nvCxnSpPr>
          <p:spPr>
            <a:xfrm>
              <a:off x="4169654" y="1341438"/>
              <a:ext cx="0" cy="4932362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E72D478-80AE-B7F6-2A09-96A7075B94A9}"/>
                </a:ext>
              </a:extLst>
            </p:cNvPr>
            <p:cNvCxnSpPr/>
            <p:nvPr userDrawn="1"/>
          </p:nvCxnSpPr>
          <p:spPr>
            <a:xfrm>
              <a:off x="8022342" y="1341438"/>
              <a:ext cx="0" cy="4932362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" name="Connecteur droit 36">
            <a:extLst>
              <a:ext uri="{FF2B5EF4-FFF2-40B4-BE49-F238E27FC236}">
                <a16:creationId xmlns:a16="http://schemas.microsoft.com/office/drawing/2014/main" id="{00511913-93E8-3DB0-F7A2-E14B4E987647}"/>
              </a:ext>
            </a:extLst>
          </p:cNvPr>
          <p:cNvCxnSpPr/>
          <p:nvPr userDrawn="1"/>
        </p:nvCxnSpPr>
        <p:spPr>
          <a:xfrm>
            <a:off x="550863" y="6453188"/>
            <a:ext cx="111252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ot.footer-page">
            <a:extLst>
              <a:ext uri="{FF2B5EF4-FFF2-40B4-BE49-F238E27FC236}">
                <a16:creationId xmlns:a16="http://schemas.microsoft.com/office/drawing/2014/main" id="{9591EC4D-D015-BB3F-B075-780ADAD49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836" y="6570000"/>
            <a:ext cx="323476" cy="109870"/>
          </a:xfrm>
        </p:spPr>
        <p:txBody>
          <a:bodyPr anchor="t"/>
          <a:lstStyle/>
          <a:p>
            <a:fld id="{27D40A0C-669C-7745-8A4B-A0A60E70B612}" type="slidenum">
              <a:rPr lang="fr-FR" smtClean="0"/>
              <a:t>‹N°›</a:t>
            </a:fld>
            <a:endParaRPr lang="fr-FR"/>
          </a:p>
        </p:txBody>
      </p:sp>
      <p:sp>
        <p:nvSpPr>
          <p:cNvPr id="23" name="slot.source">
            <a:extLst>
              <a:ext uri="{FF2B5EF4-FFF2-40B4-BE49-F238E27FC236}">
                <a16:creationId xmlns:a16="http://schemas.microsoft.com/office/drawing/2014/main" id="{57B7AFE9-1481-AAAB-096A-34F44FCF418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234696" y="6570000"/>
            <a:ext cx="8605719" cy="252569"/>
          </a:xfr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r>
              <a:rPr lang="fr-FR"/>
              <a:t>Source: 1. </a:t>
            </a:r>
          </a:p>
        </p:txBody>
      </p:sp>
      <p:sp>
        <p:nvSpPr>
          <p:cNvPr id="8" name="slot.footer-copyright">
            <a:extLst>
              <a:ext uri="{FF2B5EF4-FFF2-40B4-BE49-F238E27FC236}">
                <a16:creationId xmlns:a16="http://schemas.microsoft.com/office/drawing/2014/main" id="{AE48B899-D254-33FF-13F7-FB3591FAB6B1}"/>
              </a:ext>
            </a:extLst>
          </p:cNvPr>
          <p:cNvSpPr txBox="1"/>
          <p:nvPr userDrawn="1"/>
        </p:nvSpPr>
        <p:spPr>
          <a:xfrm>
            <a:off x="9912424" y="6570000"/>
            <a:ext cx="1234480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Arial" panose="020B0604020202020204" pitchFamily="34" charset="0"/>
              </a:rPr>
              <a:t>©Year Acme</a:t>
            </a:r>
          </a:p>
        </p:txBody>
      </p:sp>
      <p:sp>
        <p:nvSpPr>
          <p:cNvPr id="9" name="slot.footer-logo">
            <a:extLst>
              <a:ext uri="{FF2B5EF4-FFF2-40B4-BE49-F238E27FC236}">
                <a16:creationId xmlns:a16="http://schemas.microsoft.com/office/drawing/2014/main" id="{5079D28D-C0D1-A414-D61D-CDD866EB1576}"/>
              </a:ext>
            </a:extLst>
          </p:cNvPr>
          <p:cNvSpPr txBox="1"/>
          <p:nvPr userDrawn="1"/>
        </p:nvSpPr>
        <p:spPr>
          <a:xfrm>
            <a:off x="540130" y="6551596"/>
            <a:ext cx="609600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C782"/>
              </a:buClr>
              <a:buSzPct val="100000"/>
              <a:buFont typeface="Arial" panose="020B0604020202020204" pitchFamily="34" charset="0"/>
              <a:buNone/>
              <a:tabLst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ACME_logo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284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BAB9A253-2ED8-CCAA-F7B2-82D47FC0EC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6947235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BAB9A253-2ED8-CCAA-F7B2-82D47FC0EC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ot.footer-page">
            <a:extLst>
              <a:ext uri="{FF2B5EF4-FFF2-40B4-BE49-F238E27FC236}">
                <a16:creationId xmlns:a16="http://schemas.microsoft.com/office/drawing/2014/main" id="{AC98BCD7-B4BD-45F0-A1DC-E597AD321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836" y="6570000"/>
            <a:ext cx="323476" cy="109870"/>
          </a:xfrm>
        </p:spPr>
        <p:txBody>
          <a:bodyPr anchor="t"/>
          <a:lstStyle/>
          <a:p>
            <a:fld id="{27D40A0C-669C-7745-8A4B-A0A60E70B612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slot.source">
            <a:extLst>
              <a:ext uri="{FF2B5EF4-FFF2-40B4-BE49-F238E27FC236}">
                <a16:creationId xmlns:a16="http://schemas.microsoft.com/office/drawing/2014/main" id="{DE645C6A-CC14-E4D3-22C9-E154707F3FF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234696" y="6570000"/>
            <a:ext cx="8605719" cy="252569"/>
          </a:xfr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r>
              <a:rPr lang="fr-FR"/>
              <a:t>Source: 1.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ADBAF5-691C-CE47-2E6B-5B1B5AAC2A55}"/>
              </a:ext>
            </a:extLst>
          </p:cNvPr>
          <p:cNvSpPr/>
          <p:nvPr userDrawn="1"/>
        </p:nvSpPr>
        <p:spPr>
          <a:xfrm>
            <a:off x="0" y="188640"/>
            <a:ext cx="550863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lang="fr-FR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2954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 descr="A green background with a blue sky&#10;&#10;Description automatically generated with medium confidence">
            <a:extLst>
              <a:ext uri="{FF2B5EF4-FFF2-40B4-BE49-F238E27FC236}">
                <a16:creationId xmlns:a16="http://schemas.microsoft.com/office/drawing/2014/main" id="{9990FEB9-D384-9C77-0A86-E8F6ACCEA8B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0" y="1176372"/>
            <a:ext cx="12207600" cy="5086053"/>
          </a:xfrm>
          <a:prstGeom prst="rect">
            <a:avLst/>
          </a:prstGeom>
        </p:spPr>
      </p:pic>
      <p:graphicFrame>
        <p:nvGraphicFramePr>
          <p:cNvPr id="13" name="Objet 12" hidden="1">
            <a:extLst>
              <a:ext uri="{FF2B5EF4-FFF2-40B4-BE49-F238E27FC236}">
                <a16:creationId xmlns:a16="http://schemas.microsoft.com/office/drawing/2014/main" id="{E303684C-2FE8-AB53-65BE-716CFFC1B5F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53458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7772400" imgH="10058400" progId="TCLayout.ActiveDocument.1">
                  <p:embed/>
                </p:oleObj>
              </mc:Choice>
              <mc:Fallback>
                <p:oleObj name="think-cell Slide" r:id="rId6" imgW="7772400" imgH="10058400" progId="TCLayout.ActiveDocument.1">
                  <p:embed/>
                  <p:pic>
                    <p:nvPicPr>
                      <p:cNvPr id="13" name="Objet 12" hidden="1">
                        <a:extLst>
                          <a:ext uri="{FF2B5EF4-FFF2-40B4-BE49-F238E27FC236}">
                            <a16:creationId xmlns:a16="http://schemas.microsoft.com/office/drawing/2014/main" id="{E303684C-2FE8-AB53-65BE-716CFFC1B5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D4D42364-D0F3-9184-FBA9-0AE531E9875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987636" y="76072"/>
            <a:ext cx="1941012" cy="976664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Client logo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B00ECD-9A3C-D111-5C06-50CFD8B205F5}"/>
              </a:ext>
            </a:extLst>
          </p:cNvPr>
          <p:cNvSpPr/>
          <p:nvPr userDrawn="1"/>
        </p:nvSpPr>
        <p:spPr>
          <a:xfrm>
            <a:off x="-1" y="-1"/>
            <a:ext cx="479377" cy="8367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lang="fr-FR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ot.title">
            <a:extLst>
              <a:ext uri="{FF2B5EF4-FFF2-40B4-BE49-F238E27FC236}">
                <a16:creationId xmlns:a16="http://schemas.microsoft.com/office/drawing/2014/main" id="{3A8C9D35-E503-FE8C-69EA-8B619E0CB8D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509" y="1368996"/>
            <a:ext cx="7419699" cy="1237455"/>
          </a:xfrm>
        </p:spPr>
        <p:txBody>
          <a:bodyPr vert="horz" anchor="b">
            <a:normAutofit/>
          </a:bodyPr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</a:t>
            </a:r>
            <a:endParaRPr lang="fr-FR"/>
          </a:p>
        </p:txBody>
      </p:sp>
      <p:sp>
        <p:nvSpPr>
          <p:cNvPr id="7" name="slot.subtitle">
            <a:extLst>
              <a:ext uri="{FF2B5EF4-FFF2-40B4-BE49-F238E27FC236}">
                <a16:creationId xmlns:a16="http://schemas.microsoft.com/office/drawing/2014/main" id="{C9E991B4-3678-BE6E-9D33-B6480825BFE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8509" y="2690637"/>
            <a:ext cx="7419699" cy="522339"/>
          </a:xfrm>
        </p:spPr>
        <p:txBody>
          <a:bodyPr>
            <a:noAutofit/>
          </a:bodyPr>
          <a:lstStyle>
            <a:lvl1pPr marL="0" indent="0" algn="l">
              <a:buNone/>
              <a:defRPr sz="2000" cap="none" baseline="0">
                <a:solidFill>
                  <a:srgbClr val="262626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</a:t>
            </a:r>
            <a:r>
              <a:rPr lang="fr-FR" err="1"/>
              <a:t>subtitle</a:t>
            </a:r>
            <a:endParaRPr lang="fr-FR"/>
          </a:p>
        </p:txBody>
      </p:sp>
      <p:sp>
        <p:nvSpPr>
          <p:cNvPr id="11" name="Documenttype">
            <a:extLst>
              <a:ext uri="{FF2B5EF4-FFF2-40B4-BE49-F238E27FC236}">
                <a16:creationId xmlns:a16="http://schemas.microsoft.com/office/drawing/2014/main" id="{4203C4AC-2E01-C8DD-FE97-C2403CE9B2C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48509" y="3525183"/>
            <a:ext cx="4013189" cy="407873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>
              <a:buNone/>
              <a:defRPr sz="1200">
                <a:solidFill>
                  <a:srgbClr val="262626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date or title/role</a:t>
            </a:r>
          </a:p>
        </p:txBody>
      </p:sp>
      <p:sp>
        <p:nvSpPr>
          <p:cNvPr id="12" name="Disclaimer-English (United States)">
            <a:extLst>
              <a:ext uri="{FF2B5EF4-FFF2-40B4-BE49-F238E27FC236}">
                <a16:creationId xmlns:a16="http://schemas.microsoft.com/office/drawing/2014/main" id="{6A1AB0F9-CE9F-B2F9-0FCD-244F88154E1D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548509" y="4016720"/>
            <a:ext cx="4114800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defTabSz="804863" eaLnBrk="0" hangingPunct="0"/>
            <a:r>
              <a:rPr lang="en-US" sz="1000">
                <a:solidFill>
                  <a:srgbClr val="262626"/>
                </a:solidFill>
                <a:latin typeface="Arial" panose="020B0604020202020204" pitchFamily="34" charset="0"/>
              </a:rPr>
              <a:t>CONFIDENTIAL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594F1C2-9778-BA6B-8352-75BD5B27F934}"/>
              </a:ext>
            </a:extLst>
          </p:cNvPr>
          <p:cNvSpPr txBox="1"/>
          <p:nvPr userDrawn="1"/>
        </p:nvSpPr>
        <p:spPr>
          <a:xfrm>
            <a:off x="548509" y="231114"/>
            <a:ext cx="2403698" cy="7007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C782"/>
              </a:buClr>
              <a:buSzPct val="100000"/>
              <a:buFont typeface="Arial" panose="020B0604020202020204" pitchFamily="34" charset="0"/>
              <a:buNone/>
              <a:tabLst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ACME_logo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2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t 12" hidden="1">
            <a:extLst>
              <a:ext uri="{FF2B5EF4-FFF2-40B4-BE49-F238E27FC236}">
                <a16:creationId xmlns:a16="http://schemas.microsoft.com/office/drawing/2014/main" id="{E303684C-2FE8-AB53-65BE-716CFFC1B5F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88906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3" name="Objet 12" hidden="1">
                        <a:extLst>
                          <a:ext uri="{FF2B5EF4-FFF2-40B4-BE49-F238E27FC236}">
                            <a16:creationId xmlns:a16="http://schemas.microsoft.com/office/drawing/2014/main" id="{E303684C-2FE8-AB53-65BE-716CFFC1B5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23">
            <a:extLst>
              <a:ext uri="{FF2B5EF4-FFF2-40B4-BE49-F238E27FC236}">
                <a16:creationId xmlns:a16="http://schemas.microsoft.com/office/drawing/2014/main" id="{14BDD523-36E5-CF86-87F6-A7A0FA55EDF3}"/>
              </a:ext>
            </a:extLst>
          </p:cNvPr>
          <p:cNvSpPr/>
          <p:nvPr userDrawn="1"/>
        </p:nvSpPr>
        <p:spPr>
          <a:xfrm>
            <a:off x="0" y="188640"/>
            <a:ext cx="550863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lang="fr-FR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A green background with a blue sky&#10;&#10;Description automatically generated with medium confidence">
            <a:extLst>
              <a:ext uri="{FF2B5EF4-FFF2-40B4-BE49-F238E27FC236}">
                <a16:creationId xmlns:a16="http://schemas.microsoft.com/office/drawing/2014/main" id="{98E750B7-A63F-62B7-80CE-B5A9DB7B3EF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0" y="0"/>
            <a:ext cx="12207600" cy="6858000"/>
          </a:xfrm>
          <a:prstGeom prst="rect">
            <a:avLst/>
          </a:prstGeom>
        </p:spPr>
      </p:pic>
      <p:sp>
        <p:nvSpPr>
          <p:cNvPr id="2" name="slot.section-title">
            <a:extLst>
              <a:ext uri="{FF2B5EF4-FFF2-40B4-BE49-F238E27FC236}">
                <a16:creationId xmlns:a16="http://schemas.microsoft.com/office/drawing/2014/main" id="{1FAAFAE6-D60C-93B1-4819-060D20F8BFF4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50863" y="1120490"/>
            <a:ext cx="7271826" cy="2387600"/>
          </a:xfrm>
        </p:spPr>
        <p:txBody>
          <a:bodyPr vert="horz" anchor="b">
            <a:normAutofit/>
          </a:bodyPr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</a:t>
            </a:r>
            <a:endParaRPr lang="fr-FR"/>
          </a:p>
        </p:txBody>
      </p:sp>
      <p:sp>
        <p:nvSpPr>
          <p:cNvPr id="3" name="slot.subtitle">
            <a:extLst>
              <a:ext uri="{FF2B5EF4-FFF2-40B4-BE49-F238E27FC236}">
                <a16:creationId xmlns:a16="http://schemas.microsoft.com/office/drawing/2014/main" id="{B989298A-8D13-336B-A448-1CB247CE6E4F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550863" y="3592275"/>
            <a:ext cx="7271826" cy="522339"/>
          </a:xfrm>
        </p:spPr>
        <p:txBody>
          <a:bodyPr>
            <a:noAutofit/>
          </a:bodyPr>
          <a:lstStyle>
            <a:lvl1pPr marL="0" indent="0" algn="l">
              <a:buNone/>
              <a:defRPr sz="2000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</a:t>
            </a:r>
            <a:r>
              <a:rPr lang="fr-FR" err="1"/>
              <a:t>subtitle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9402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t 12" hidden="1">
            <a:extLst>
              <a:ext uri="{FF2B5EF4-FFF2-40B4-BE49-F238E27FC236}">
                <a16:creationId xmlns:a16="http://schemas.microsoft.com/office/drawing/2014/main" id="{E303684C-2FE8-AB53-65BE-716CFFC1B5F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934052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3" name="Objet 12" hidden="1">
                        <a:extLst>
                          <a:ext uri="{FF2B5EF4-FFF2-40B4-BE49-F238E27FC236}">
                            <a16:creationId xmlns:a16="http://schemas.microsoft.com/office/drawing/2014/main" id="{E303684C-2FE8-AB53-65BE-716CFFC1B5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 descr="A green background with a blue sky&#10;&#10;Description automatically generated with medium confidence">
            <a:extLst>
              <a:ext uri="{FF2B5EF4-FFF2-40B4-BE49-F238E27FC236}">
                <a16:creationId xmlns:a16="http://schemas.microsoft.com/office/drawing/2014/main" id="{94F8AEB5-D1EA-4A9B-FCEA-642ADA57F72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0" y="0"/>
            <a:ext cx="12207600" cy="6858000"/>
          </a:xfrm>
          <a:prstGeom prst="rect">
            <a:avLst/>
          </a:prstGeom>
        </p:spPr>
      </p:pic>
      <p:sp>
        <p:nvSpPr>
          <p:cNvPr id="4" name="slot.title">
            <a:extLst>
              <a:ext uri="{FF2B5EF4-FFF2-40B4-BE49-F238E27FC236}">
                <a16:creationId xmlns:a16="http://schemas.microsoft.com/office/drawing/2014/main" id="{5021812E-4666-EE7A-00F0-B822BDC952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593" y="333376"/>
            <a:ext cx="11085545" cy="647699"/>
          </a:xfrm>
        </p:spPr>
        <p:txBody>
          <a:bodyPr vert="horz"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Contents/Agenda – click to </a:t>
            </a:r>
            <a:r>
              <a:rPr lang="fr-FR" err="1"/>
              <a:t>edit</a:t>
            </a:r>
            <a:endParaRPr lang="fr-FR"/>
          </a:p>
        </p:txBody>
      </p:sp>
      <p:sp>
        <p:nvSpPr>
          <p:cNvPr id="5" name="slot.body-left">
            <a:extLst>
              <a:ext uri="{FF2B5EF4-FFF2-40B4-BE49-F238E27FC236}">
                <a16:creationId xmlns:a16="http://schemas.microsoft.com/office/drawing/2014/main" id="{664EE6FE-7213-D8B4-C52F-792F747C9C0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50862" y="1988844"/>
            <a:ext cx="8281442" cy="4284956"/>
          </a:xfrm>
        </p:spPr>
        <p:txBody>
          <a:bodyPr/>
          <a:lstStyle>
            <a:lvl1pPr marL="457200" indent="-457200">
              <a:lnSpc>
                <a:spcPct val="150000"/>
              </a:lnSpc>
              <a:buClr>
                <a:schemeClr val="tx2"/>
              </a:buClr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812800" indent="-457200">
              <a:lnSpc>
                <a:spcPct val="150000"/>
              </a:lnSpc>
              <a:buClr>
                <a:schemeClr val="tx2"/>
              </a:buClr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1222375" indent="-457200">
              <a:lnSpc>
                <a:spcPct val="150000"/>
              </a:lnSpc>
              <a:buClr>
                <a:schemeClr val="tx2"/>
              </a:buClr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663700" indent="-457200">
              <a:lnSpc>
                <a:spcPct val="150000"/>
              </a:lnSpc>
              <a:buClr>
                <a:schemeClr val="tx2"/>
              </a:buClr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2073275" indent="-457200">
              <a:lnSpc>
                <a:spcPct val="150000"/>
              </a:lnSpc>
              <a:buClr>
                <a:schemeClr val="tx2"/>
              </a:buClr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  <a:lvl6pPr>
              <a:buClr>
                <a:schemeClr val="tx2"/>
              </a:buCl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agenda</a:t>
            </a:r>
          </a:p>
          <a:p>
            <a:pPr lvl="1"/>
            <a:r>
              <a:rPr lang="fr-FR" err="1"/>
              <a:t>Level</a:t>
            </a:r>
            <a:r>
              <a:rPr lang="fr-FR"/>
              <a:t> 2</a:t>
            </a:r>
          </a:p>
          <a:p>
            <a:pPr lvl="2"/>
            <a:r>
              <a:rPr lang="fr-FR" err="1"/>
              <a:t>Level</a:t>
            </a:r>
            <a:r>
              <a:rPr lang="fr-FR"/>
              <a:t> 3</a:t>
            </a:r>
          </a:p>
          <a:p>
            <a:pPr lvl="3"/>
            <a:r>
              <a:rPr lang="fr-FR" err="1"/>
              <a:t>Level</a:t>
            </a:r>
            <a:r>
              <a:rPr lang="fr-FR"/>
              <a:t> 4</a:t>
            </a:r>
          </a:p>
          <a:p>
            <a:pPr lvl="4"/>
            <a:r>
              <a:rPr lang="fr-FR" err="1"/>
              <a:t>Level</a:t>
            </a:r>
            <a:r>
              <a:rPr lang="fr-FR"/>
              <a:t> 5</a:t>
            </a:r>
          </a:p>
          <a:p>
            <a:pPr lvl="5"/>
            <a:r>
              <a:rPr lang="fr-FR" err="1"/>
              <a:t>Level</a:t>
            </a:r>
            <a:r>
              <a:rPr lang="fr-FR"/>
              <a:t> 6</a:t>
            </a:r>
          </a:p>
        </p:txBody>
      </p:sp>
      <p:cxnSp>
        <p:nvCxnSpPr>
          <p:cNvPr id="6" name="Connecteur droit 16">
            <a:extLst>
              <a:ext uri="{FF2B5EF4-FFF2-40B4-BE49-F238E27FC236}">
                <a16:creationId xmlns:a16="http://schemas.microsoft.com/office/drawing/2014/main" id="{377A129B-FFB7-AEC8-E9CA-F04265F83293}"/>
              </a:ext>
            </a:extLst>
          </p:cNvPr>
          <p:cNvCxnSpPr>
            <a:cxnSpLocks/>
          </p:cNvCxnSpPr>
          <p:nvPr userDrawn="1"/>
        </p:nvCxnSpPr>
        <p:spPr>
          <a:xfrm>
            <a:off x="550863" y="6457292"/>
            <a:ext cx="1114693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ot.footer-page">
            <a:extLst>
              <a:ext uri="{FF2B5EF4-FFF2-40B4-BE49-F238E27FC236}">
                <a16:creationId xmlns:a16="http://schemas.microsoft.com/office/drawing/2014/main" id="{D522E3A2-42AA-2228-2F55-67BD9734E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836" y="6570000"/>
            <a:ext cx="323476" cy="109870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7D40A0C-669C-7745-8A4B-A0A60E70B612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3" name="Pie 2">
            <a:extLst>
              <a:ext uri="{FF2B5EF4-FFF2-40B4-BE49-F238E27FC236}">
                <a16:creationId xmlns:a16="http://schemas.microsoft.com/office/drawing/2014/main" id="{CDB33F02-88B0-67F1-2493-B91868396FD1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lang="fr-FR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A1CE63-950C-C509-816E-646A8AE9FDFC}"/>
              </a:ext>
            </a:extLst>
          </p:cNvPr>
          <p:cNvSpPr/>
          <p:nvPr userDrawn="1"/>
        </p:nvSpPr>
        <p:spPr>
          <a:xfrm>
            <a:off x="0" y="246322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lang="fr-FR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ot.footer-copyright">
            <a:extLst>
              <a:ext uri="{FF2B5EF4-FFF2-40B4-BE49-F238E27FC236}">
                <a16:creationId xmlns:a16="http://schemas.microsoft.com/office/drawing/2014/main" id="{E150FD5F-C13D-5321-DE4B-E1FDA4387569}"/>
              </a:ext>
            </a:extLst>
          </p:cNvPr>
          <p:cNvSpPr txBox="1"/>
          <p:nvPr userDrawn="1"/>
        </p:nvSpPr>
        <p:spPr>
          <a:xfrm>
            <a:off x="9912424" y="6570000"/>
            <a:ext cx="1234480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Arial" panose="020B0604020202020204" pitchFamily="34" charset="0"/>
              </a:rPr>
              <a:t>©Year Acme</a:t>
            </a:r>
          </a:p>
        </p:txBody>
      </p:sp>
      <p:sp>
        <p:nvSpPr>
          <p:cNvPr id="12" name="slot.footer-logo">
            <a:extLst>
              <a:ext uri="{FF2B5EF4-FFF2-40B4-BE49-F238E27FC236}">
                <a16:creationId xmlns:a16="http://schemas.microsoft.com/office/drawing/2014/main" id="{8AF61725-8811-F4AA-3B06-802B815FDF5F}"/>
              </a:ext>
            </a:extLst>
          </p:cNvPr>
          <p:cNvSpPr txBox="1"/>
          <p:nvPr userDrawn="1"/>
        </p:nvSpPr>
        <p:spPr>
          <a:xfrm>
            <a:off x="540130" y="6551596"/>
            <a:ext cx="609600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C782"/>
              </a:buClr>
              <a:buSzPct val="100000"/>
              <a:buFont typeface="Arial" panose="020B0604020202020204" pitchFamily="34" charset="0"/>
              <a:buNone/>
              <a:tabLst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ACME_logo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865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t 12" hidden="1">
            <a:extLst>
              <a:ext uri="{FF2B5EF4-FFF2-40B4-BE49-F238E27FC236}">
                <a16:creationId xmlns:a16="http://schemas.microsoft.com/office/drawing/2014/main" id="{E303684C-2FE8-AB53-65BE-716CFFC1B5F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5778274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13" name="Objet 12" hidden="1">
                        <a:extLst>
                          <a:ext uri="{FF2B5EF4-FFF2-40B4-BE49-F238E27FC236}">
                            <a16:creationId xmlns:a16="http://schemas.microsoft.com/office/drawing/2014/main" id="{E303684C-2FE8-AB53-65BE-716CFFC1B5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ot.title">
            <a:extLst>
              <a:ext uri="{FF2B5EF4-FFF2-40B4-BE49-F238E27FC236}">
                <a16:creationId xmlns:a16="http://schemas.microsoft.com/office/drawing/2014/main" id="{00E8F29D-6980-4830-A056-57FFB127FFB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509" y="1368996"/>
            <a:ext cx="8779488" cy="1237455"/>
          </a:xfrm>
        </p:spPr>
        <p:txBody>
          <a:bodyPr vert="horz" anchor="b">
            <a:normAutofit/>
          </a:bodyPr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</a:t>
            </a:r>
            <a:endParaRPr lang="fr-FR"/>
          </a:p>
        </p:txBody>
      </p:sp>
      <p:sp>
        <p:nvSpPr>
          <p:cNvPr id="9" name="slot.subtitle">
            <a:extLst>
              <a:ext uri="{FF2B5EF4-FFF2-40B4-BE49-F238E27FC236}">
                <a16:creationId xmlns:a16="http://schemas.microsoft.com/office/drawing/2014/main" id="{D92A2739-22B5-D8C9-22C3-AB9ACCB8111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8509" y="2690637"/>
            <a:ext cx="8779488" cy="522339"/>
          </a:xfrm>
        </p:spPr>
        <p:txBody>
          <a:bodyPr>
            <a:noAutofit/>
          </a:bodyPr>
          <a:lstStyle>
            <a:lvl1pPr marL="0" indent="0" algn="l">
              <a:buNone/>
              <a:defRPr sz="2000" cap="none" baseline="0">
                <a:solidFill>
                  <a:srgbClr val="262626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</a:t>
            </a:r>
            <a:r>
              <a:rPr lang="fr-FR" err="1"/>
              <a:t>subtitle</a:t>
            </a:r>
            <a:endParaRPr lang="fr-FR"/>
          </a:p>
        </p:txBody>
      </p:sp>
      <p:sp>
        <p:nvSpPr>
          <p:cNvPr id="11" name="Documenttype">
            <a:extLst>
              <a:ext uri="{FF2B5EF4-FFF2-40B4-BE49-F238E27FC236}">
                <a16:creationId xmlns:a16="http://schemas.microsoft.com/office/drawing/2014/main" id="{CED3A66B-1F2D-0DE7-8AE6-6CD49D349CD9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48509" y="3525183"/>
            <a:ext cx="4013189" cy="407873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>
              <a:buNone/>
              <a:defRPr sz="1200">
                <a:solidFill>
                  <a:srgbClr val="262626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date or title/role</a:t>
            </a:r>
          </a:p>
        </p:txBody>
      </p:sp>
      <p:sp>
        <p:nvSpPr>
          <p:cNvPr id="12" name="Disclaimer-English (United States)">
            <a:extLst>
              <a:ext uri="{FF2B5EF4-FFF2-40B4-BE49-F238E27FC236}">
                <a16:creationId xmlns:a16="http://schemas.microsoft.com/office/drawing/2014/main" id="{6B38040A-8C9C-2B24-5E51-837AB61BC54C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548509" y="4016720"/>
            <a:ext cx="4114800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defTabSz="804863" eaLnBrk="0" hangingPunct="0"/>
            <a:r>
              <a:rPr lang="en-US" sz="1000">
                <a:solidFill>
                  <a:srgbClr val="262626"/>
                </a:solidFill>
                <a:latin typeface="Arial" panose="020B0604020202020204" pitchFamily="34" charset="0"/>
              </a:rPr>
              <a:t>CONFIDENTIAL</a:t>
            </a:r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E45CCCBA-8F0D-C9C1-9D62-9283319F536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987636" y="76072"/>
            <a:ext cx="1941012" cy="976664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Client logo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23E15C-F94A-83E6-5BEE-C453A2BB8ECF}"/>
              </a:ext>
            </a:extLst>
          </p:cNvPr>
          <p:cNvSpPr/>
          <p:nvPr userDrawn="1"/>
        </p:nvSpPr>
        <p:spPr>
          <a:xfrm>
            <a:off x="0" y="3264"/>
            <a:ext cx="623392" cy="8367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lang="fr-FR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7D22729-7918-861E-8CCF-6A3FC83F4DD5}"/>
              </a:ext>
            </a:extLst>
          </p:cNvPr>
          <p:cNvCxnSpPr/>
          <p:nvPr userDrawn="1"/>
        </p:nvCxnSpPr>
        <p:spPr>
          <a:xfrm>
            <a:off x="0" y="1196752"/>
            <a:ext cx="12192000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319EED7-8BC9-6D4B-F34A-CF5A0DF35DA1}"/>
              </a:ext>
            </a:extLst>
          </p:cNvPr>
          <p:cNvCxnSpPr/>
          <p:nvPr userDrawn="1"/>
        </p:nvCxnSpPr>
        <p:spPr>
          <a:xfrm>
            <a:off x="0" y="6021289"/>
            <a:ext cx="12192000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ZoneTexte 1">
            <a:extLst>
              <a:ext uri="{FF2B5EF4-FFF2-40B4-BE49-F238E27FC236}">
                <a16:creationId xmlns:a16="http://schemas.microsoft.com/office/drawing/2014/main" id="{B9905CDC-B65A-33A4-A45D-3202612F1735}"/>
              </a:ext>
            </a:extLst>
          </p:cNvPr>
          <p:cNvSpPr txBox="1"/>
          <p:nvPr userDrawn="1"/>
        </p:nvSpPr>
        <p:spPr>
          <a:xfrm>
            <a:off x="548509" y="231114"/>
            <a:ext cx="2403698" cy="7007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C782"/>
              </a:buClr>
              <a:buSzPct val="100000"/>
              <a:buFont typeface="Arial" panose="020B0604020202020204" pitchFamily="34" charset="0"/>
              <a:buNone/>
              <a:tabLst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ACME_logo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260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t 12" hidden="1">
            <a:extLst>
              <a:ext uri="{FF2B5EF4-FFF2-40B4-BE49-F238E27FC236}">
                <a16:creationId xmlns:a16="http://schemas.microsoft.com/office/drawing/2014/main" id="{E303684C-2FE8-AB53-65BE-716CFFC1B5F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4436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3" name="Objet 12" hidden="1">
                        <a:extLst>
                          <a:ext uri="{FF2B5EF4-FFF2-40B4-BE49-F238E27FC236}">
                            <a16:creationId xmlns:a16="http://schemas.microsoft.com/office/drawing/2014/main" id="{E303684C-2FE8-AB53-65BE-716CFFC1B5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ot.section-title">
            <a:extLst>
              <a:ext uri="{FF2B5EF4-FFF2-40B4-BE49-F238E27FC236}">
                <a16:creationId xmlns:a16="http://schemas.microsoft.com/office/drawing/2014/main" id="{1FAAFAE6-D60C-93B1-4819-060D20F8BFF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1143696"/>
            <a:ext cx="7271826" cy="2387600"/>
          </a:xfrm>
        </p:spPr>
        <p:txBody>
          <a:bodyPr vert="horz" anchor="b">
            <a:normAutofit/>
          </a:bodyPr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</a:t>
            </a:r>
            <a:endParaRPr lang="fr-FR"/>
          </a:p>
        </p:txBody>
      </p:sp>
      <p:sp>
        <p:nvSpPr>
          <p:cNvPr id="3" name="slot.subtitle">
            <a:extLst>
              <a:ext uri="{FF2B5EF4-FFF2-40B4-BE49-F238E27FC236}">
                <a16:creationId xmlns:a16="http://schemas.microsoft.com/office/drawing/2014/main" id="{B989298A-8D13-336B-A448-1CB247CE6E4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0863" y="3615481"/>
            <a:ext cx="7271826" cy="522339"/>
          </a:xfrm>
        </p:spPr>
        <p:txBody>
          <a:bodyPr>
            <a:noAutofit/>
          </a:bodyPr>
          <a:lstStyle>
            <a:lvl1pPr marL="0" indent="0" algn="l">
              <a:buNone/>
              <a:defRPr sz="2000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</a:t>
            </a:r>
            <a:r>
              <a:rPr lang="fr-FR" err="1"/>
              <a:t>subtitle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58553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t 12" hidden="1">
            <a:extLst>
              <a:ext uri="{FF2B5EF4-FFF2-40B4-BE49-F238E27FC236}">
                <a16:creationId xmlns:a16="http://schemas.microsoft.com/office/drawing/2014/main" id="{B384F69C-2F24-272B-6EF1-4BFDBE7294B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9215901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3" name="Objet 12" hidden="1">
                        <a:extLst>
                          <a:ext uri="{FF2B5EF4-FFF2-40B4-BE49-F238E27FC236}">
                            <a16:creationId xmlns:a16="http://schemas.microsoft.com/office/drawing/2014/main" id="{B384F69C-2F24-272B-6EF1-4BFDBE7294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ot.title">
            <a:extLst>
              <a:ext uri="{FF2B5EF4-FFF2-40B4-BE49-F238E27FC236}">
                <a16:creationId xmlns:a16="http://schemas.microsoft.com/office/drawing/2014/main" id="{02A78A85-561E-020D-C7F8-40BBB3F191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00" y="349200"/>
            <a:ext cx="11085545" cy="631874"/>
          </a:xfrm>
        </p:spPr>
        <p:txBody>
          <a:bodyPr vert="horz"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Contents/Agenda – click to edit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AE14744E-D487-EF19-52F0-0B3D709B5928}"/>
              </a:ext>
            </a:extLst>
          </p:cNvPr>
          <p:cNvCxnSpPr>
            <a:cxnSpLocks/>
          </p:cNvCxnSpPr>
          <p:nvPr userDrawn="1"/>
        </p:nvCxnSpPr>
        <p:spPr>
          <a:xfrm>
            <a:off x="550863" y="6457292"/>
            <a:ext cx="1114693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ot.footer-page">
            <a:extLst>
              <a:ext uri="{FF2B5EF4-FFF2-40B4-BE49-F238E27FC236}">
                <a16:creationId xmlns:a16="http://schemas.microsoft.com/office/drawing/2014/main" id="{D39FA986-AFFA-D470-697F-282E932DA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836" y="6570000"/>
            <a:ext cx="323476" cy="109870"/>
          </a:xfrm>
        </p:spPr>
        <p:txBody>
          <a:bodyPr anchor="t"/>
          <a:lstStyle/>
          <a:p>
            <a:fld id="{27D40A0C-669C-7745-8A4B-A0A60E70B612}" type="slidenum">
              <a:rPr lang="fr-FR" smtClean="0"/>
              <a:t>‹N°›</a:t>
            </a:fld>
            <a:endParaRPr lang="fr-FR"/>
          </a:p>
        </p:txBody>
      </p:sp>
      <p:sp>
        <p:nvSpPr>
          <p:cNvPr id="5" name="slot.body-left">
            <a:extLst>
              <a:ext uri="{FF2B5EF4-FFF2-40B4-BE49-F238E27FC236}">
                <a16:creationId xmlns:a16="http://schemas.microsoft.com/office/drawing/2014/main" id="{FCB803A9-272C-4119-092B-F5D7EE4021F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50862" y="1700808"/>
            <a:ext cx="8281442" cy="4520455"/>
          </a:xfrm>
        </p:spPr>
        <p:txBody>
          <a:bodyPr/>
          <a:lstStyle>
            <a:lvl1pPr marL="457200" indent="-457200">
              <a:lnSpc>
                <a:spcPct val="150000"/>
              </a:lnSpc>
              <a:buClr>
                <a:schemeClr val="tx2"/>
              </a:buClr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812800" indent="-4572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  <a:defRPr sz="2000">
                <a:solidFill>
                  <a:schemeClr val="bg1"/>
                </a:solidFill>
              </a:defRPr>
            </a:lvl2pPr>
            <a:lvl3pPr marL="1222375" indent="-4572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  <a:defRPr sz="2000">
                <a:solidFill>
                  <a:schemeClr val="bg1"/>
                </a:solidFill>
              </a:defRPr>
            </a:lvl3pPr>
            <a:lvl4pPr marL="1663700" indent="-4572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  <a:defRPr sz="2000">
                <a:solidFill>
                  <a:schemeClr val="bg1"/>
                </a:solidFill>
              </a:defRPr>
            </a:lvl4pPr>
            <a:lvl5pPr marL="2073275" indent="-4572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agenda</a:t>
            </a:r>
          </a:p>
        </p:txBody>
      </p:sp>
      <p:sp>
        <p:nvSpPr>
          <p:cNvPr id="4" name="slot.footer-copyright">
            <a:extLst>
              <a:ext uri="{FF2B5EF4-FFF2-40B4-BE49-F238E27FC236}">
                <a16:creationId xmlns:a16="http://schemas.microsoft.com/office/drawing/2014/main" id="{C6A98321-E2FB-BA54-2C7C-C6FAE635B1A9}"/>
              </a:ext>
            </a:extLst>
          </p:cNvPr>
          <p:cNvSpPr txBox="1"/>
          <p:nvPr userDrawn="1"/>
        </p:nvSpPr>
        <p:spPr>
          <a:xfrm>
            <a:off x="9912424" y="6570000"/>
            <a:ext cx="1234480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Arial" panose="020B0604020202020204" pitchFamily="34" charset="0"/>
              </a:rPr>
              <a:t>©Year Acme</a:t>
            </a:r>
          </a:p>
        </p:txBody>
      </p:sp>
      <p:sp>
        <p:nvSpPr>
          <p:cNvPr id="8" name="slot.footer-logo">
            <a:extLst>
              <a:ext uri="{FF2B5EF4-FFF2-40B4-BE49-F238E27FC236}">
                <a16:creationId xmlns:a16="http://schemas.microsoft.com/office/drawing/2014/main" id="{EF472C68-8BBB-B295-F133-C34823F6F4A8}"/>
              </a:ext>
            </a:extLst>
          </p:cNvPr>
          <p:cNvSpPr txBox="1"/>
          <p:nvPr userDrawn="1"/>
        </p:nvSpPr>
        <p:spPr>
          <a:xfrm>
            <a:off x="540130" y="6551596"/>
            <a:ext cx="609600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C782"/>
              </a:buClr>
              <a:buSzPct val="100000"/>
              <a:buFont typeface="Arial" panose="020B0604020202020204" pitchFamily="34" charset="0"/>
              <a:buNone/>
              <a:tabLst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ACME_logo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99201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t 12" hidden="1">
            <a:extLst>
              <a:ext uri="{FF2B5EF4-FFF2-40B4-BE49-F238E27FC236}">
                <a16:creationId xmlns:a16="http://schemas.microsoft.com/office/drawing/2014/main" id="{B384F69C-2F24-272B-6EF1-4BFDBE7294B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464021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3" name="Objet 12" hidden="1">
                        <a:extLst>
                          <a:ext uri="{FF2B5EF4-FFF2-40B4-BE49-F238E27FC236}">
                            <a16:creationId xmlns:a16="http://schemas.microsoft.com/office/drawing/2014/main" id="{B384F69C-2F24-272B-6EF1-4BFDBE7294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15" descr="A green background with a blue sky&#10;&#10;Description automatically generated with medium confidence">
            <a:extLst>
              <a:ext uri="{FF2B5EF4-FFF2-40B4-BE49-F238E27FC236}">
                <a16:creationId xmlns:a16="http://schemas.microsoft.com/office/drawing/2014/main" id="{6D1D583A-9E57-B8FF-C5B6-5F9EE9C9A1C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7179768" y="1830173"/>
            <a:ext cx="6857999" cy="3197658"/>
          </a:xfrm>
          <a:prstGeom prst="rect">
            <a:avLst/>
          </a:prstGeom>
        </p:spPr>
      </p:pic>
      <p:sp>
        <p:nvSpPr>
          <p:cNvPr id="2" name="slot.title">
            <a:extLst>
              <a:ext uri="{FF2B5EF4-FFF2-40B4-BE49-F238E27FC236}">
                <a16:creationId xmlns:a16="http://schemas.microsoft.com/office/drawing/2014/main" id="{02A78A85-561E-020D-C7F8-40BBB3F191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00" y="349200"/>
            <a:ext cx="8276709" cy="631875"/>
          </a:xfrm>
        </p:spPr>
        <p:txBody>
          <a:bodyPr vert="horz"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</a:t>
            </a:r>
            <a:endParaRPr lang="fr-FR"/>
          </a:p>
        </p:txBody>
      </p:sp>
      <p:sp>
        <p:nvSpPr>
          <p:cNvPr id="3" name="slot.subtitle-left">
            <a:extLst>
              <a:ext uri="{FF2B5EF4-FFF2-40B4-BE49-F238E27FC236}">
                <a16:creationId xmlns:a16="http://schemas.microsoft.com/office/drawing/2014/main" id="{E43735A6-6302-B3D2-6BB7-6309454C5C3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0862" y="1142058"/>
            <a:ext cx="8281441" cy="199380"/>
          </a:xfrm>
        </p:spPr>
        <p:txBody>
          <a:bodyPr anchor="t">
            <a:noAutofit/>
          </a:bodyPr>
          <a:lstStyle>
            <a:lvl1pPr marL="0" indent="0">
              <a:buClr>
                <a:schemeClr val="bg1"/>
              </a:buClr>
              <a:buNone/>
              <a:defRPr sz="1400" b="1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</a:t>
            </a:r>
            <a:r>
              <a:rPr lang="fr-FR" err="1"/>
              <a:t>subtitle</a:t>
            </a:r>
            <a:endParaRPr lang="fr-FR"/>
          </a:p>
        </p:txBody>
      </p:sp>
      <p:sp>
        <p:nvSpPr>
          <p:cNvPr id="4" name="slot.body-left">
            <a:extLst>
              <a:ext uri="{FF2B5EF4-FFF2-40B4-BE49-F238E27FC236}">
                <a16:creationId xmlns:a16="http://schemas.microsoft.com/office/drawing/2014/main" id="{2D3E2C40-4C7F-6E36-C2FB-962C731502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4" y="1596470"/>
            <a:ext cx="8281440" cy="4640818"/>
          </a:xfrm>
        </p:spPr>
        <p:txBody>
          <a:bodyPr/>
          <a:lstStyle>
            <a:lvl1pPr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slot.subtitle-right">
            <a:extLst>
              <a:ext uri="{FF2B5EF4-FFF2-40B4-BE49-F238E27FC236}">
                <a16:creationId xmlns:a16="http://schemas.microsoft.com/office/drawing/2014/main" id="{2D35804D-7044-B129-7E2C-ED3868BD4F8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192343" y="1142058"/>
            <a:ext cx="2448793" cy="205658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</a:t>
            </a:r>
            <a:r>
              <a:rPr lang="fr-FR" err="1"/>
              <a:t>subtitle</a:t>
            </a:r>
            <a:endParaRPr lang="fr-FR"/>
          </a:p>
        </p:txBody>
      </p:sp>
      <p:sp>
        <p:nvSpPr>
          <p:cNvPr id="6" name="slot.body-right">
            <a:extLst>
              <a:ext uri="{FF2B5EF4-FFF2-40B4-BE49-F238E27FC236}">
                <a16:creationId xmlns:a16="http://schemas.microsoft.com/office/drawing/2014/main" id="{C56BF488-D9DF-64BA-30D9-77D4A3CB15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92343" y="1596470"/>
            <a:ext cx="2448793" cy="464081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AE14744E-D487-EF19-52F0-0B3D709B5928}"/>
              </a:ext>
            </a:extLst>
          </p:cNvPr>
          <p:cNvCxnSpPr>
            <a:cxnSpLocks/>
          </p:cNvCxnSpPr>
          <p:nvPr userDrawn="1"/>
        </p:nvCxnSpPr>
        <p:spPr>
          <a:xfrm>
            <a:off x="550862" y="6457292"/>
            <a:ext cx="827670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16">
            <a:extLst>
              <a:ext uri="{FF2B5EF4-FFF2-40B4-BE49-F238E27FC236}">
                <a16:creationId xmlns:a16="http://schemas.microsoft.com/office/drawing/2014/main" id="{9666D286-AB20-062D-A43F-74C9D7759B7D}"/>
              </a:ext>
            </a:extLst>
          </p:cNvPr>
          <p:cNvCxnSpPr>
            <a:cxnSpLocks/>
          </p:cNvCxnSpPr>
          <p:nvPr userDrawn="1"/>
        </p:nvCxnSpPr>
        <p:spPr>
          <a:xfrm>
            <a:off x="9192343" y="6457292"/>
            <a:ext cx="244706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ot.footer-page">
            <a:extLst>
              <a:ext uri="{FF2B5EF4-FFF2-40B4-BE49-F238E27FC236}">
                <a16:creationId xmlns:a16="http://schemas.microsoft.com/office/drawing/2014/main" id="{510C2F0B-2799-67BD-FD30-3323FE6E8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836" y="6570000"/>
            <a:ext cx="323476" cy="109870"/>
          </a:xfrm>
        </p:spPr>
        <p:txBody>
          <a:bodyPr anchor="t"/>
          <a:lstStyle/>
          <a:p>
            <a:fld id="{27D40A0C-669C-7745-8A4B-A0A60E70B612}" type="slidenum">
              <a:rPr lang="fr-FR" smtClean="0"/>
              <a:t>‹N°›</a:t>
            </a:fld>
            <a:endParaRPr lang="fr-FR"/>
          </a:p>
        </p:txBody>
      </p:sp>
      <p:sp>
        <p:nvSpPr>
          <p:cNvPr id="15" name="slot.source">
            <a:extLst>
              <a:ext uri="{FF2B5EF4-FFF2-40B4-BE49-F238E27FC236}">
                <a16:creationId xmlns:a16="http://schemas.microsoft.com/office/drawing/2014/main" id="{BB6B3779-78D5-9210-1459-E20DFD83BF8E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234696" y="6570000"/>
            <a:ext cx="7592813" cy="252569"/>
          </a:xfr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r>
              <a:rPr lang="fr-FR"/>
              <a:t>Source: 1. </a:t>
            </a:r>
          </a:p>
        </p:txBody>
      </p:sp>
      <p:sp>
        <p:nvSpPr>
          <p:cNvPr id="7" name="slot.footer-copyright">
            <a:extLst>
              <a:ext uri="{FF2B5EF4-FFF2-40B4-BE49-F238E27FC236}">
                <a16:creationId xmlns:a16="http://schemas.microsoft.com/office/drawing/2014/main" id="{9A6DF3F5-8564-E129-6554-B6EDA6853068}"/>
              </a:ext>
            </a:extLst>
          </p:cNvPr>
          <p:cNvSpPr txBox="1"/>
          <p:nvPr userDrawn="1"/>
        </p:nvSpPr>
        <p:spPr>
          <a:xfrm>
            <a:off x="9912424" y="6570000"/>
            <a:ext cx="1234480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Arial" panose="020B0604020202020204" pitchFamily="34" charset="0"/>
              </a:rPr>
              <a:t>©Year Acme</a:t>
            </a:r>
          </a:p>
        </p:txBody>
      </p:sp>
      <p:sp>
        <p:nvSpPr>
          <p:cNvPr id="9" name="slot.footer-logo">
            <a:extLst>
              <a:ext uri="{FF2B5EF4-FFF2-40B4-BE49-F238E27FC236}">
                <a16:creationId xmlns:a16="http://schemas.microsoft.com/office/drawing/2014/main" id="{06395C06-3B11-8812-966B-5A6B6AA95084}"/>
              </a:ext>
            </a:extLst>
          </p:cNvPr>
          <p:cNvSpPr txBox="1"/>
          <p:nvPr userDrawn="1"/>
        </p:nvSpPr>
        <p:spPr>
          <a:xfrm>
            <a:off x="540130" y="6551596"/>
            <a:ext cx="609600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C782"/>
              </a:buClr>
              <a:buSzPct val="100000"/>
              <a:buFont typeface="Arial" panose="020B0604020202020204" pitchFamily="34" charset="0"/>
              <a:buNone/>
              <a:tabLst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ACME_logo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51267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t 12" hidden="1">
            <a:extLst>
              <a:ext uri="{FF2B5EF4-FFF2-40B4-BE49-F238E27FC236}">
                <a16:creationId xmlns:a16="http://schemas.microsoft.com/office/drawing/2014/main" id="{B384F69C-2F24-272B-6EF1-4BFDBE7294B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3000926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3" name="Objet 12" hidden="1">
                        <a:extLst>
                          <a:ext uri="{FF2B5EF4-FFF2-40B4-BE49-F238E27FC236}">
                            <a16:creationId xmlns:a16="http://schemas.microsoft.com/office/drawing/2014/main" id="{B384F69C-2F24-272B-6EF1-4BFDBE7294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 descr="A green background with a blue sky&#10;&#10;Description automatically generated with medium confidence">
            <a:extLst>
              <a:ext uri="{FF2B5EF4-FFF2-40B4-BE49-F238E27FC236}">
                <a16:creationId xmlns:a16="http://schemas.microsoft.com/office/drawing/2014/main" id="{D429C1F7-136C-DAC8-26FD-DE5E9DDAE7C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722797" y="373203"/>
            <a:ext cx="6857999" cy="6111600"/>
          </a:xfrm>
          <a:prstGeom prst="rect">
            <a:avLst/>
          </a:prstGeom>
        </p:spPr>
      </p:pic>
      <p:sp>
        <p:nvSpPr>
          <p:cNvPr id="2" name="slot.title">
            <a:extLst>
              <a:ext uri="{FF2B5EF4-FFF2-40B4-BE49-F238E27FC236}">
                <a16:creationId xmlns:a16="http://schemas.microsoft.com/office/drawing/2014/main" id="{02A78A85-561E-020D-C7F8-40BBB3F191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00" y="349199"/>
            <a:ext cx="5395946" cy="631875"/>
          </a:xfrm>
        </p:spPr>
        <p:txBody>
          <a:bodyPr vert="horz"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</a:t>
            </a:r>
            <a:endParaRPr lang="fr-FR"/>
          </a:p>
        </p:txBody>
      </p:sp>
      <p:sp>
        <p:nvSpPr>
          <p:cNvPr id="3" name="slot.subtitle-left">
            <a:extLst>
              <a:ext uri="{FF2B5EF4-FFF2-40B4-BE49-F238E27FC236}">
                <a16:creationId xmlns:a16="http://schemas.microsoft.com/office/drawing/2014/main" id="{E43735A6-6302-B3D2-6BB7-6309454C5C3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0862" y="1131554"/>
            <a:ext cx="5400677" cy="210108"/>
          </a:xfrm>
        </p:spPr>
        <p:txBody>
          <a:bodyPr anchor="t">
            <a:noAutofit/>
          </a:bodyPr>
          <a:lstStyle>
            <a:lvl1pPr marL="0" indent="0">
              <a:buClr>
                <a:schemeClr val="bg1"/>
              </a:buClr>
              <a:buNone/>
              <a:defRPr sz="1400" b="1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</a:t>
            </a:r>
            <a:r>
              <a:rPr lang="fr-FR" err="1"/>
              <a:t>subtitle</a:t>
            </a:r>
            <a:endParaRPr lang="fr-FR"/>
          </a:p>
        </p:txBody>
      </p:sp>
      <p:sp>
        <p:nvSpPr>
          <p:cNvPr id="4" name="slot.body-left">
            <a:extLst>
              <a:ext uri="{FF2B5EF4-FFF2-40B4-BE49-F238E27FC236}">
                <a16:creationId xmlns:a16="http://schemas.microsoft.com/office/drawing/2014/main" id="{2D3E2C40-4C7F-6E36-C2FB-962C731502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2" y="1586706"/>
            <a:ext cx="5400677" cy="4650580"/>
          </a:xfrm>
        </p:spPr>
        <p:txBody>
          <a:bodyPr/>
          <a:lstStyle>
            <a:lvl1pPr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slot.subtitle-right">
            <a:extLst>
              <a:ext uri="{FF2B5EF4-FFF2-40B4-BE49-F238E27FC236}">
                <a16:creationId xmlns:a16="http://schemas.microsoft.com/office/drawing/2014/main" id="{2D35804D-7044-B129-7E2C-ED3868BD4F8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40463" y="1132977"/>
            <a:ext cx="5400675" cy="208461"/>
          </a:xfrm>
        </p:spPr>
        <p:txBody>
          <a:bodyPr anchor="t">
            <a:noAutofit/>
          </a:bodyPr>
          <a:lstStyle>
            <a:lvl1pPr marL="0" indent="0">
              <a:buNone/>
              <a:defRPr sz="1400" b="1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</a:t>
            </a:r>
            <a:r>
              <a:rPr lang="fr-FR" err="1"/>
              <a:t>subtitle</a:t>
            </a:r>
            <a:endParaRPr lang="fr-FR"/>
          </a:p>
        </p:txBody>
      </p:sp>
      <p:sp>
        <p:nvSpPr>
          <p:cNvPr id="6" name="slot.body-right">
            <a:extLst>
              <a:ext uri="{FF2B5EF4-FFF2-40B4-BE49-F238E27FC236}">
                <a16:creationId xmlns:a16="http://schemas.microsoft.com/office/drawing/2014/main" id="{C56BF488-D9DF-64BA-30D9-77D4A3CB15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0463" y="1586706"/>
            <a:ext cx="5400676" cy="465057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AE14744E-D487-EF19-52F0-0B3D709B5928}"/>
              </a:ext>
            </a:extLst>
          </p:cNvPr>
          <p:cNvCxnSpPr>
            <a:cxnSpLocks/>
          </p:cNvCxnSpPr>
          <p:nvPr userDrawn="1"/>
        </p:nvCxnSpPr>
        <p:spPr>
          <a:xfrm>
            <a:off x="550863" y="6457292"/>
            <a:ext cx="540067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EEA01619-26E7-1752-2492-BA8B62D4773E}"/>
              </a:ext>
            </a:extLst>
          </p:cNvPr>
          <p:cNvCxnSpPr>
            <a:cxnSpLocks/>
          </p:cNvCxnSpPr>
          <p:nvPr userDrawn="1"/>
        </p:nvCxnSpPr>
        <p:spPr>
          <a:xfrm>
            <a:off x="6240462" y="6457292"/>
            <a:ext cx="540067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ot.footer-page">
            <a:extLst>
              <a:ext uri="{FF2B5EF4-FFF2-40B4-BE49-F238E27FC236}">
                <a16:creationId xmlns:a16="http://schemas.microsoft.com/office/drawing/2014/main" id="{B083480F-4AEB-CC56-9E28-75B8E7A55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836" y="6570000"/>
            <a:ext cx="323476" cy="109870"/>
          </a:xfrm>
        </p:spPr>
        <p:txBody>
          <a:bodyPr anchor="t"/>
          <a:lstStyle/>
          <a:p>
            <a:fld id="{27D40A0C-669C-7745-8A4B-A0A60E70B612}" type="slidenum">
              <a:rPr lang="fr-FR" smtClean="0"/>
              <a:t>‹N°›</a:t>
            </a:fld>
            <a:endParaRPr lang="fr-FR"/>
          </a:p>
        </p:txBody>
      </p:sp>
      <p:sp>
        <p:nvSpPr>
          <p:cNvPr id="19" name="slot.source">
            <a:extLst>
              <a:ext uri="{FF2B5EF4-FFF2-40B4-BE49-F238E27FC236}">
                <a16:creationId xmlns:a16="http://schemas.microsoft.com/office/drawing/2014/main" id="{47DD7148-9127-86A3-6944-6DF6931A959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234697" y="6570000"/>
            <a:ext cx="4712050" cy="252569"/>
          </a:xfr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r>
              <a:rPr lang="fr-FR"/>
              <a:t>Source: 1. </a:t>
            </a:r>
          </a:p>
        </p:txBody>
      </p:sp>
      <p:sp>
        <p:nvSpPr>
          <p:cNvPr id="7" name="slot.footer-copyright">
            <a:extLst>
              <a:ext uri="{FF2B5EF4-FFF2-40B4-BE49-F238E27FC236}">
                <a16:creationId xmlns:a16="http://schemas.microsoft.com/office/drawing/2014/main" id="{69C38BEF-2317-F24E-C3B1-1AA0A6810398}"/>
              </a:ext>
            </a:extLst>
          </p:cNvPr>
          <p:cNvSpPr txBox="1"/>
          <p:nvPr userDrawn="1"/>
        </p:nvSpPr>
        <p:spPr>
          <a:xfrm>
            <a:off x="9912424" y="6570000"/>
            <a:ext cx="1234480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Arial" panose="020B0604020202020204" pitchFamily="34" charset="0"/>
              </a:rPr>
              <a:t>©Year Acme</a:t>
            </a:r>
          </a:p>
        </p:txBody>
      </p:sp>
      <p:sp>
        <p:nvSpPr>
          <p:cNvPr id="8" name="slot.footer-logo">
            <a:extLst>
              <a:ext uri="{FF2B5EF4-FFF2-40B4-BE49-F238E27FC236}">
                <a16:creationId xmlns:a16="http://schemas.microsoft.com/office/drawing/2014/main" id="{A2FB2DD0-93CC-F92C-4E8C-5BA3458E25C3}"/>
              </a:ext>
            </a:extLst>
          </p:cNvPr>
          <p:cNvSpPr txBox="1"/>
          <p:nvPr userDrawn="1"/>
        </p:nvSpPr>
        <p:spPr>
          <a:xfrm>
            <a:off x="540130" y="6551596"/>
            <a:ext cx="609600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C782"/>
              </a:buClr>
              <a:buSzPct val="100000"/>
              <a:buFont typeface="Arial" panose="020B0604020202020204" pitchFamily="34" charset="0"/>
              <a:buNone/>
              <a:tabLst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ACME_logo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26652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t 12" hidden="1">
            <a:extLst>
              <a:ext uri="{FF2B5EF4-FFF2-40B4-BE49-F238E27FC236}">
                <a16:creationId xmlns:a16="http://schemas.microsoft.com/office/drawing/2014/main" id="{B384F69C-2F24-272B-6EF1-4BFDBE7294B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7719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3" name="Objet 12" hidden="1">
                        <a:extLst>
                          <a:ext uri="{FF2B5EF4-FFF2-40B4-BE49-F238E27FC236}">
                            <a16:creationId xmlns:a16="http://schemas.microsoft.com/office/drawing/2014/main" id="{B384F69C-2F24-272B-6EF1-4BFDBE7294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 descr="A green background with a blue sky&#10;&#10;Description automatically generated with medium confidence">
            <a:extLst>
              <a:ext uri="{FF2B5EF4-FFF2-40B4-BE49-F238E27FC236}">
                <a16:creationId xmlns:a16="http://schemas.microsoft.com/office/drawing/2014/main" id="{1B32CB2B-A035-FA4B-985C-190F69D1D83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3354204" y="0"/>
            <a:ext cx="8853396" cy="6858000"/>
          </a:xfrm>
          <a:prstGeom prst="rect">
            <a:avLst/>
          </a:prstGeom>
        </p:spPr>
      </p:pic>
      <p:sp>
        <p:nvSpPr>
          <p:cNvPr id="2" name="slot.title">
            <a:extLst>
              <a:ext uri="{FF2B5EF4-FFF2-40B4-BE49-F238E27FC236}">
                <a16:creationId xmlns:a16="http://schemas.microsoft.com/office/drawing/2014/main" id="{02A78A85-561E-020D-C7F8-40BBB3F191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594" y="2639112"/>
            <a:ext cx="2444062" cy="906623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</a:t>
            </a:r>
            <a:endParaRPr lang="fr-FR"/>
          </a:p>
        </p:txBody>
      </p:sp>
      <p:sp>
        <p:nvSpPr>
          <p:cNvPr id="3" name="slot.subtitle-1">
            <a:extLst>
              <a:ext uri="{FF2B5EF4-FFF2-40B4-BE49-F238E27FC236}">
                <a16:creationId xmlns:a16="http://schemas.microsoft.com/office/drawing/2014/main" id="{E43735A6-6302-B3D2-6BB7-6309454C5C3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0862" y="3806931"/>
            <a:ext cx="2444061" cy="342139"/>
          </a:xfrm>
        </p:spPr>
        <p:txBody>
          <a:bodyPr anchor="t">
            <a:noAutofit/>
          </a:bodyPr>
          <a:lstStyle>
            <a:lvl1pPr marL="0" indent="0">
              <a:buClr>
                <a:schemeClr val="bg1"/>
              </a:buClr>
              <a:buNone/>
              <a:defRPr sz="1400" b="1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</a:t>
            </a:r>
            <a:r>
              <a:rPr lang="fr-FR" err="1"/>
              <a:t>subtitle</a:t>
            </a:r>
            <a:endParaRPr lang="fr-FR"/>
          </a:p>
        </p:txBody>
      </p:sp>
      <p:sp>
        <p:nvSpPr>
          <p:cNvPr id="5" name="slot.subtitle-2">
            <a:extLst>
              <a:ext uri="{FF2B5EF4-FFF2-40B4-BE49-F238E27FC236}">
                <a16:creationId xmlns:a16="http://schemas.microsoft.com/office/drawing/2014/main" id="{2D35804D-7044-B129-7E2C-ED3868BD4F8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55249" y="908723"/>
            <a:ext cx="8085889" cy="216816"/>
          </a:xfrm>
        </p:spPr>
        <p:txBody>
          <a:bodyPr anchor="t">
            <a:noAutofit/>
          </a:bodyPr>
          <a:lstStyle>
            <a:lvl1pPr marL="0" indent="0">
              <a:buNone/>
              <a:defRPr sz="1400" b="1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</a:t>
            </a:r>
            <a:r>
              <a:rPr lang="fr-FR" err="1"/>
              <a:t>subtitle</a:t>
            </a:r>
            <a:endParaRPr lang="fr-FR"/>
          </a:p>
        </p:txBody>
      </p:sp>
      <p:sp>
        <p:nvSpPr>
          <p:cNvPr id="6" name="slot.body">
            <a:extLst>
              <a:ext uri="{FF2B5EF4-FFF2-40B4-BE49-F238E27FC236}">
                <a16:creationId xmlns:a16="http://schemas.microsoft.com/office/drawing/2014/main" id="{C56BF488-D9DF-64BA-30D9-77D4A3CB15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55250" y="1341439"/>
            <a:ext cx="8095354" cy="489585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EED9200E-EA6C-759C-F110-06F6C138A237}"/>
              </a:ext>
            </a:extLst>
          </p:cNvPr>
          <p:cNvCxnSpPr>
            <a:cxnSpLocks/>
          </p:cNvCxnSpPr>
          <p:nvPr userDrawn="1"/>
        </p:nvCxnSpPr>
        <p:spPr>
          <a:xfrm>
            <a:off x="550863" y="1160463"/>
            <a:ext cx="266481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AE14744E-D487-EF19-52F0-0B3D709B5928}"/>
              </a:ext>
            </a:extLst>
          </p:cNvPr>
          <p:cNvCxnSpPr>
            <a:cxnSpLocks/>
          </p:cNvCxnSpPr>
          <p:nvPr userDrawn="1"/>
        </p:nvCxnSpPr>
        <p:spPr>
          <a:xfrm>
            <a:off x="550863" y="6457292"/>
            <a:ext cx="266481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EEA01619-26E7-1752-2492-BA8B62D4773E}"/>
              </a:ext>
            </a:extLst>
          </p:cNvPr>
          <p:cNvCxnSpPr>
            <a:cxnSpLocks/>
          </p:cNvCxnSpPr>
          <p:nvPr userDrawn="1"/>
        </p:nvCxnSpPr>
        <p:spPr>
          <a:xfrm>
            <a:off x="3545784" y="6457292"/>
            <a:ext cx="809535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lot.footer-page">
            <a:extLst>
              <a:ext uri="{FF2B5EF4-FFF2-40B4-BE49-F238E27FC236}">
                <a16:creationId xmlns:a16="http://schemas.microsoft.com/office/drawing/2014/main" id="{24F11CE2-041F-6445-F54A-56AAFFD76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836" y="6570000"/>
            <a:ext cx="323476" cy="109870"/>
          </a:xfrm>
        </p:spPr>
        <p:txBody>
          <a:bodyPr anchor="t"/>
          <a:lstStyle/>
          <a:p>
            <a:fld id="{27D40A0C-669C-7745-8A4B-A0A60E70B612}" type="slidenum">
              <a:rPr lang="fr-FR" smtClean="0"/>
              <a:t>‹N°›</a:t>
            </a:fld>
            <a:endParaRPr lang="fr-FR"/>
          </a:p>
        </p:txBody>
      </p:sp>
      <p:sp>
        <p:nvSpPr>
          <p:cNvPr id="20" name="slot.source">
            <a:extLst>
              <a:ext uri="{FF2B5EF4-FFF2-40B4-BE49-F238E27FC236}">
                <a16:creationId xmlns:a16="http://schemas.microsoft.com/office/drawing/2014/main" id="{95AC962B-733D-ABAE-17E4-E513BAC8B9E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545784" y="6570000"/>
            <a:ext cx="6294631" cy="252569"/>
          </a:xfr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r>
              <a:rPr lang="fr-FR"/>
              <a:t>Source: 1. </a:t>
            </a:r>
          </a:p>
        </p:txBody>
      </p:sp>
      <p:sp>
        <p:nvSpPr>
          <p:cNvPr id="4" name="slot.footer-copyright">
            <a:extLst>
              <a:ext uri="{FF2B5EF4-FFF2-40B4-BE49-F238E27FC236}">
                <a16:creationId xmlns:a16="http://schemas.microsoft.com/office/drawing/2014/main" id="{B9EA91B6-6CF2-5B80-F0AE-B0ED5165D982}"/>
              </a:ext>
            </a:extLst>
          </p:cNvPr>
          <p:cNvSpPr txBox="1"/>
          <p:nvPr userDrawn="1"/>
        </p:nvSpPr>
        <p:spPr>
          <a:xfrm>
            <a:off x="9912424" y="6570000"/>
            <a:ext cx="1234480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Arial" panose="020B0604020202020204" pitchFamily="34" charset="0"/>
              </a:rPr>
              <a:t>©Year Acme</a:t>
            </a:r>
          </a:p>
        </p:txBody>
      </p:sp>
      <p:sp>
        <p:nvSpPr>
          <p:cNvPr id="7" name="slot.footer-logo">
            <a:extLst>
              <a:ext uri="{FF2B5EF4-FFF2-40B4-BE49-F238E27FC236}">
                <a16:creationId xmlns:a16="http://schemas.microsoft.com/office/drawing/2014/main" id="{4C9F5E73-E5D7-0B11-9227-681DA930D820}"/>
              </a:ext>
            </a:extLst>
          </p:cNvPr>
          <p:cNvSpPr txBox="1"/>
          <p:nvPr userDrawn="1"/>
        </p:nvSpPr>
        <p:spPr>
          <a:xfrm>
            <a:off x="540130" y="6551596"/>
            <a:ext cx="609600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C782"/>
              </a:buClr>
              <a:buSzPct val="100000"/>
              <a:buFont typeface="Arial" panose="020B0604020202020204" pitchFamily="34" charset="0"/>
              <a:buNone/>
              <a:tabLst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ACME_logo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0112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t 12" hidden="1">
            <a:extLst>
              <a:ext uri="{FF2B5EF4-FFF2-40B4-BE49-F238E27FC236}">
                <a16:creationId xmlns:a16="http://schemas.microsoft.com/office/drawing/2014/main" id="{B384F69C-2F24-272B-6EF1-4BFDBE7294B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4358353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3" name="Objet 12" hidden="1">
                        <a:extLst>
                          <a:ext uri="{FF2B5EF4-FFF2-40B4-BE49-F238E27FC236}">
                            <a16:creationId xmlns:a16="http://schemas.microsoft.com/office/drawing/2014/main" id="{B384F69C-2F24-272B-6EF1-4BFDBE7294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 descr="A green background with a blue sky&#10;&#10;Description automatically generated with medium confidence">
            <a:extLst>
              <a:ext uri="{FF2B5EF4-FFF2-40B4-BE49-F238E27FC236}">
                <a16:creationId xmlns:a16="http://schemas.microsoft.com/office/drawing/2014/main" id="{36EB94C7-32BE-B79B-9241-EA22197B9FA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-1751899" y="1751901"/>
            <a:ext cx="6857999" cy="3354203"/>
          </a:xfrm>
          <a:prstGeom prst="rect">
            <a:avLst/>
          </a:prstGeom>
        </p:spPr>
      </p:pic>
      <p:sp>
        <p:nvSpPr>
          <p:cNvPr id="2" name="slot.title">
            <a:extLst>
              <a:ext uri="{FF2B5EF4-FFF2-40B4-BE49-F238E27FC236}">
                <a16:creationId xmlns:a16="http://schemas.microsoft.com/office/drawing/2014/main" id="{02A78A85-561E-020D-C7F8-40BBB3F191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594" y="2639112"/>
            <a:ext cx="2444062" cy="906623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</a:t>
            </a:r>
            <a:endParaRPr lang="fr-FR"/>
          </a:p>
        </p:txBody>
      </p:sp>
      <p:sp>
        <p:nvSpPr>
          <p:cNvPr id="3" name="slot.subtitle-1">
            <a:extLst>
              <a:ext uri="{FF2B5EF4-FFF2-40B4-BE49-F238E27FC236}">
                <a16:creationId xmlns:a16="http://schemas.microsoft.com/office/drawing/2014/main" id="{E43735A6-6302-B3D2-6BB7-6309454C5C3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0862" y="3806931"/>
            <a:ext cx="2444061" cy="342139"/>
          </a:xfrm>
        </p:spPr>
        <p:txBody>
          <a:bodyPr anchor="t">
            <a:noAutofit/>
          </a:bodyPr>
          <a:lstStyle>
            <a:lvl1pPr marL="0" indent="0">
              <a:buClr>
                <a:schemeClr val="bg1"/>
              </a:buClr>
              <a:buNone/>
              <a:defRPr sz="1400" b="1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</a:t>
            </a:r>
            <a:r>
              <a:rPr lang="fr-FR" err="1"/>
              <a:t>subtitle</a:t>
            </a:r>
            <a:endParaRPr lang="fr-FR"/>
          </a:p>
        </p:txBody>
      </p:sp>
      <p:sp>
        <p:nvSpPr>
          <p:cNvPr id="5" name="slot.subtitle-2">
            <a:extLst>
              <a:ext uri="{FF2B5EF4-FFF2-40B4-BE49-F238E27FC236}">
                <a16:creationId xmlns:a16="http://schemas.microsoft.com/office/drawing/2014/main" id="{2D35804D-7044-B129-7E2C-ED3868BD4F8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55249" y="908725"/>
            <a:ext cx="8085889" cy="216814"/>
          </a:xfrm>
        </p:spPr>
        <p:txBody>
          <a:bodyPr anchor="t">
            <a:noAutofit/>
          </a:bodyPr>
          <a:lstStyle>
            <a:lvl1pPr marL="0" indent="0">
              <a:buNone/>
              <a:defRPr sz="1400" b="1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</a:t>
            </a:r>
            <a:r>
              <a:rPr lang="fr-FR" err="1"/>
              <a:t>subtitle</a:t>
            </a:r>
            <a:endParaRPr lang="fr-FR"/>
          </a:p>
        </p:txBody>
      </p:sp>
      <p:sp>
        <p:nvSpPr>
          <p:cNvPr id="6" name="slot.body">
            <a:extLst>
              <a:ext uri="{FF2B5EF4-FFF2-40B4-BE49-F238E27FC236}">
                <a16:creationId xmlns:a16="http://schemas.microsoft.com/office/drawing/2014/main" id="{C56BF488-D9DF-64BA-30D9-77D4A3CB15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55250" y="1341439"/>
            <a:ext cx="8095354" cy="489585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EEA01619-26E7-1752-2492-BA8B62D4773E}"/>
              </a:ext>
            </a:extLst>
          </p:cNvPr>
          <p:cNvCxnSpPr>
            <a:cxnSpLocks/>
          </p:cNvCxnSpPr>
          <p:nvPr userDrawn="1"/>
        </p:nvCxnSpPr>
        <p:spPr>
          <a:xfrm>
            <a:off x="3545784" y="6457292"/>
            <a:ext cx="809535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lot.footer-page">
            <a:extLst>
              <a:ext uri="{FF2B5EF4-FFF2-40B4-BE49-F238E27FC236}">
                <a16:creationId xmlns:a16="http://schemas.microsoft.com/office/drawing/2014/main" id="{24F11CE2-041F-6445-F54A-56AAFFD76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836" y="6570000"/>
            <a:ext cx="323476" cy="109870"/>
          </a:xfrm>
        </p:spPr>
        <p:txBody>
          <a:bodyPr anchor="t"/>
          <a:lstStyle/>
          <a:p>
            <a:fld id="{27D40A0C-669C-7745-8A4B-A0A60E70B612}" type="slidenum">
              <a:rPr lang="fr-FR" smtClean="0"/>
              <a:t>‹N°›</a:t>
            </a:fld>
            <a:endParaRPr lang="fr-FR"/>
          </a:p>
        </p:txBody>
      </p:sp>
      <p:sp>
        <p:nvSpPr>
          <p:cNvPr id="20" name="slot.source">
            <a:extLst>
              <a:ext uri="{FF2B5EF4-FFF2-40B4-BE49-F238E27FC236}">
                <a16:creationId xmlns:a16="http://schemas.microsoft.com/office/drawing/2014/main" id="{95AC962B-733D-ABAE-17E4-E513BAC8B9E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545784" y="6570000"/>
            <a:ext cx="6294631" cy="252569"/>
          </a:xfr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r>
              <a:rPr lang="fr-FR"/>
              <a:t>Source: 1. </a:t>
            </a:r>
          </a:p>
        </p:txBody>
      </p:sp>
      <p:sp>
        <p:nvSpPr>
          <p:cNvPr id="4" name="Pie 3">
            <a:extLst>
              <a:ext uri="{FF2B5EF4-FFF2-40B4-BE49-F238E27FC236}">
                <a16:creationId xmlns:a16="http://schemas.microsoft.com/office/drawing/2014/main" id="{1C885AC9-694A-E290-7FD7-88274018B15F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lang="fr-FR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078A09-D466-EAA0-1FD0-EF2560476412}"/>
              </a:ext>
            </a:extLst>
          </p:cNvPr>
          <p:cNvSpPr/>
          <p:nvPr userDrawn="1"/>
        </p:nvSpPr>
        <p:spPr>
          <a:xfrm>
            <a:off x="0" y="246322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lang="fr-FR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ot.footer-copyright">
            <a:extLst>
              <a:ext uri="{FF2B5EF4-FFF2-40B4-BE49-F238E27FC236}">
                <a16:creationId xmlns:a16="http://schemas.microsoft.com/office/drawing/2014/main" id="{1BF41F40-595B-48CD-E781-95878742749D}"/>
              </a:ext>
            </a:extLst>
          </p:cNvPr>
          <p:cNvSpPr txBox="1"/>
          <p:nvPr userDrawn="1"/>
        </p:nvSpPr>
        <p:spPr>
          <a:xfrm>
            <a:off x="9912424" y="6570000"/>
            <a:ext cx="1234480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Arial" panose="020B0604020202020204" pitchFamily="34" charset="0"/>
              </a:rPr>
              <a:t>©Year Acme</a:t>
            </a:r>
          </a:p>
        </p:txBody>
      </p:sp>
      <p:sp>
        <p:nvSpPr>
          <p:cNvPr id="9" name="slot.footer-logo">
            <a:extLst>
              <a:ext uri="{FF2B5EF4-FFF2-40B4-BE49-F238E27FC236}">
                <a16:creationId xmlns:a16="http://schemas.microsoft.com/office/drawing/2014/main" id="{EEBE6346-AC0F-95D1-CFD8-CB8054A615A5}"/>
              </a:ext>
            </a:extLst>
          </p:cNvPr>
          <p:cNvSpPr txBox="1"/>
          <p:nvPr userDrawn="1"/>
        </p:nvSpPr>
        <p:spPr>
          <a:xfrm>
            <a:off x="540130" y="6551596"/>
            <a:ext cx="609600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C782"/>
              </a:buClr>
              <a:buSzPct val="100000"/>
              <a:buFont typeface="Arial" panose="020B0604020202020204" pitchFamily="34" charset="0"/>
              <a:buNone/>
              <a:tabLst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ACME_logo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69883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 contras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t 12" hidden="1">
            <a:extLst>
              <a:ext uri="{FF2B5EF4-FFF2-40B4-BE49-F238E27FC236}">
                <a16:creationId xmlns:a16="http://schemas.microsoft.com/office/drawing/2014/main" id="{B384F69C-2F24-272B-6EF1-4BFDBE7294B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8475789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3" name="Objet 12" hidden="1">
                        <a:extLst>
                          <a:ext uri="{FF2B5EF4-FFF2-40B4-BE49-F238E27FC236}">
                            <a16:creationId xmlns:a16="http://schemas.microsoft.com/office/drawing/2014/main" id="{B384F69C-2F24-272B-6EF1-4BFDBE7294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Google Shape;91;p13">
            <a:extLst>
              <a:ext uri="{FF2B5EF4-FFF2-40B4-BE49-F238E27FC236}">
                <a16:creationId xmlns:a16="http://schemas.microsoft.com/office/drawing/2014/main" id="{192BD771-3CC7-7053-83CF-B048C0ACDDE2}"/>
              </a:ext>
            </a:extLst>
          </p:cNvPr>
          <p:cNvSpPr txBox="1"/>
          <p:nvPr userDrawn="1"/>
        </p:nvSpPr>
        <p:spPr>
          <a:xfrm flipH="1">
            <a:off x="9048328" y="0"/>
            <a:ext cx="3143672" cy="6857999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/>
            <a:endParaRPr lang="en-US" sz="3600" u="none" strike="noStrike" cap="none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2" name="slot.title">
            <a:extLst>
              <a:ext uri="{FF2B5EF4-FFF2-40B4-BE49-F238E27FC236}">
                <a16:creationId xmlns:a16="http://schemas.microsoft.com/office/drawing/2014/main" id="{02A78A85-561E-020D-C7F8-40BBB3F191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00" y="349200"/>
            <a:ext cx="8276709" cy="631875"/>
          </a:xfrm>
        </p:spPr>
        <p:txBody>
          <a:bodyPr vert="horz"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</a:t>
            </a:r>
            <a:endParaRPr lang="fr-FR"/>
          </a:p>
        </p:txBody>
      </p:sp>
      <p:sp>
        <p:nvSpPr>
          <p:cNvPr id="3" name="slot.subtitle-left">
            <a:extLst>
              <a:ext uri="{FF2B5EF4-FFF2-40B4-BE49-F238E27FC236}">
                <a16:creationId xmlns:a16="http://schemas.microsoft.com/office/drawing/2014/main" id="{E43735A6-6302-B3D2-6BB7-6309454C5C3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0862" y="1125540"/>
            <a:ext cx="8281441" cy="221864"/>
          </a:xfrm>
        </p:spPr>
        <p:txBody>
          <a:bodyPr anchor="t">
            <a:noAutofit/>
          </a:bodyPr>
          <a:lstStyle>
            <a:lvl1pPr marL="0" indent="0">
              <a:buClr>
                <a:schemeClr val="bg1"/>
              </a:buClr>
              <a:buNone/>
              <a:defRPr sz="1400" b="1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</a:t>
            </a:r>
            <a:r>
              <a:rPr lang="fr-FR" err="1"/>
              <a:t>subtitle</a:t>
            </a:r>
            <a:endParaRPr lang="fr-FR"/>
          </a:p>
        </p:txBody>
      </p:sp>
      <p:sp>
        <p:nvSpPr>
          <p:cNvPr id="4" name="slot.body-left">
            <a:extLst>
              <a:ext uri="{FF2B5EF4-FFF2-40B4-BE49-F238E27FC236}">
                <a16:creationId xmlns:a16="http://schemas.microsoft.com/office/drawing/2014/main" id="{2D3E2C40-4C7F-6E36-C2FB-962C731502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4" y="1556794"/>
            <a:ext cx="8281440" cy="4698648"/>
          </a:xfrm>
        </p:spPr>
        <p:txBody>
          <a:bodyPr/>
          <a:lstStyle>
            <a:lvl1pPr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slot.subtitle-right">
            <a:extLst>
              <a:ext uri="{FF2B5EF4-FFF2-40B4-BE49-F238E27FC236}">
                <a16:creationId xmlns:a16="http://schemas.microsoft.com/office/drawing/2014/main" id="{2D35804D-7044-B129-7E2C-ED3868BD4F8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192343" y="1125540"/>
            <a:ext cx="2448793" cy="221864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none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</a:t>
            </a:r>
            <a:r>
              <a:rPr lang="fr-FR" err="1"/>
              <a:t>subtitle</a:t>
            </a:r>
            <a:endParaRPr lang="fr-FR"/>
          </a:p>
        </p:txBody>
      </p:sp>
      <p:sp>
        <p:nvSpPr>
          <p:cNvPr id="6" name="slot.body-right">
            <a:extLst>
              <a:ext uri="{FF2B5EF4-FFF2-40B4-BE49-F238E27FC236}">
                <a16:creationId xmlns:a16="http://schemas.microsoft.com/office/drawing/2014/main" id="{C56BF488-D9DF-64BA-30D9-77D4A3CB15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92343" y="1556790"/>
            <a:ext cx="2448793" cy="4698658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AE14744E-D487-EF19-52F0-0B3D709B5928}"/>
              </a:ext>
            </a:extLst>
          </p:cNvPr>
          <p:cNvCxnSpPr>
            <a:cxnSpLocks/>
          </p:cNvCxnSpPr>
          <p:nvPr userDrawn="1"/>
        </p:nvCxnSpPr>
        <p:spPr>
          <a:xfrm>
            <a:off x="550862" y="6453188"/>
            <a:ext cx="827670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E848D36-EF43-BF13-EBBC-7CD2D001BD8C}"/>
              </a:ext>
            </a:extLst>
          </p:cNvPr>
          <p:cNvSpPr txBox="1"/>
          <p:nvPr userDrawn="1"/>
        </p:nvSpPr>
        <p:spPr>
          <a:xfrm>
            <a:off x="2732926" y="72946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 algn="l"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</a:pPr>
            <a:endParaRPr lang="fr-FR" sz="1200">
              <a:latin typeface="Arial" panose="020B0604020202020204" pitchFamily="34" charset="0"/>
            </a:endParaRPr>
          </a:p>
        </p:txBody>
      </p:sp>
      <p:cxnSp>
        <p:nvCxnSpPr>
          <p:cNvPr id="10" name="Connecteur droit 16">
            <a:extLst>
              <a:ext uri="{FF2B5EF4-FFF2-40B4-BE49-F238E27FC236}">
                <a16:creationId xmlns:a16="http://schemas.microsoft.com/office/drawing/2014/main" id="{FE42EF74-D160-90C0-E1BE-B28D66B074F1}"/>
              </a:ext>
            </a:extLst>
          </p:cNvPr>
          <p:cNvCxnSpPr>
            <a:cxnSpLocks/>
          </p:cNvCxnSpPr>
          <p:nvPr userDrawn="1"/>
        </p:nvCxnSpPr>
        <p:spPr>
          <a:xfrm>
            <a:off x="9192343" y="6453188"/>
            <a:ext cx="244706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ot.footer-page">
            <a:extLst>
              <a:ext uri="{FF2B5EF4-FFF2-40B4-BE49-F238E27FC236}">
                <a16:creationId xmlns:a16="http://schemas.microsoft.com/office/drawing/2014/main" id="{EF3FC79F-B88C-8E01-0898-E0B4EFE85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836" y="6570000"/>
            <a:ext cx="323476" cy="109870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D40A0C-669C-7745-8A4B-A0A60E70B612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2" name="slot.source">
            <a:extLst>
              <a:ext uri="{FF2B5EF4-FFF2-40B4-BE49-F238E27FC236}">
                <a16:creationId xmlns:a16="http://schemas.microsoft.com/office/drawing/2014/main" id="{BD45DD6B-1B35-99CF-127B-561BE4952E16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234696" y="6570000"/>
            <a:ext cx="7592813" cy="252569"/>
          </a:xfr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r>
              <a:rPr lang="fr-FR"/>
              <a:t>Source: 1. </a:t>
            </a:r>
          </a:p>
        </p:txBody>
      </p:sp>
      <p:sp>
        <p:nvSpPr>
          <p:cNvPr id="9" name="slot.footer-copyright">
            <a:extLst>
              <a:ext uri="{FF2B5EF4-FFF2-40B4-BE49-F238E27FC236}">
                <a16:creationId xmlns:a16="http://schemas.microsoft.com/office/drawing/2014/main" id="{E76FB809-1B2B-CCF6-24BB-429FDD2D7B24}"/>
              </a:ext>
            </a:extLst>
          </p:cNvPr>
          <p:cNvSpPr txBox="1"/>
          <p:nvPr userDrawn="1"/>
        </p:nvSpPr>
        <p:spPr>
          <a:xfrm>
            <a:off x="9912424" y="6570000"/>
            <a:ext cx="1234480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Arial" panose="020B0604020202020204" pitchFamily="34" charset="0"/>
              </a:rPr>
              <a:t>©Year Acme</a:t>
            </a:r>
          </a:p>
        </p:txBody>
      </p:sp>
      <p:sp>
        <p:nvSpPr>
          <p:cNvPr id="14" name="slot.footer-logo">
            <a:extLst>
              <a:ext uri="{FF2B5EF4-FFF2-40B4-BE49-F238E27FC236}">
                <a16:creationId xmlns:a16="http://schemas.microsoft.com/office/drawing/2014/main" id="{003096E9-3812-E7EE-F73E-A45B1A3882EE}"/>
              </a:ext>
            </a:extLst>
          </p:cNvPr>
          <p:cNvSpPr txBox="1"/>
          <p:nvPr userDrawn="1"/>
        </p:nvSpPr>
        <p:spPr>
          <a:xfrm>
            <a:off x="540130" y="6551596"/>
            <a:ext cx="609600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C782"/>
              </a:buClr>
              <a:buSzPct val="100000"/>
              <a:buFont typeface="Arial" panose="020B0604020202020204" pitchFamily="34" charset="0"/>
              <a:buNone/>
              <a:tabLst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ACME_logo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1027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 contra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t 12" hidden="1">
            <a:extLst>
              <a:ext uri="{FF2B5EF4-FFF2-40B4-BE49-F238E27FC236}">
                <a16:creationId xmlns:a16="http://schemas.microsoft.com/office/drawing/2014/main" id="{B384F69C-2F24-272B-6EF1-4BFDBE7294B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56098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3" name="Objet 12" hidden="1">
                        <a:extLst>
                          <a:ext uri="{FF2B5EF4-FFF2-40B4-BE49-F238E27FC236}">
                            <a16:creationId xmlns:a16="http://schemas.microsoft.com/office/drawing/2014/main" id="{B384F69C-2F24-272B-6EF1-4BFDBE7294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Google Shape;91;p13">
            <a:extLst>
              <a:ext uri="{FF2B5EF4-FFF2-40B4-BE49-F238E27FC236}">
                <a16:creationId xmlns:a16="http://schemas.microsoft.com/office/drawing/2014/main" id="{192BD771-3CC7-7053-83CF-B048C0ACDDE2}"/>
              </a:ext>
            </a:extLst>
          </p:cNvPr>
          <p:cNvSpPr txBox="1"/>
          <p:nvPr userDrawn="1"/>
        </p:nvSpPr>
        <p:spPr>
          <a:xfrm>
            <a:off x="6096000" y="1"/>
            <a:ext cx="6113459" cy="6857998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/>
            <a:endParaRPr lang="en-US" sz="3600" u="none" strike="noStrike" cap="none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2" name="slot.title">
            <a:extLst>
              <a:ext uri="{FF2B5EF4-FFF2-40B4-BE49-F238E27FC236}">
                <a16:creationId xmlns:a16="http://schemas.microsoft.com/office/drawing/2014/main" id="{02A78A85-561E-020D-C7F8-40BBB3F191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00" y="349200"/>
            <a:ext cx="5395946" cy="647697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</a:t>
            </a:r>
            <a:endParaRPr lang="fr-FR"/>
          </a:p>
        </p:txBody>
      </p:sp>
      <p:sp>
        <p:nvSpPr>
          <p:cNvPr id="3" name="slot.subtitle-left">
            <a:extLst>
              <a:ext uri="{FF2B5EF4-FFF2-40B4-BE49-F238E27FC236}">
                <a16:creationId xmlns:a16="http://schemas.microsoft.com/office/drawing/2014/main" id="{E43735A6-6302-B3D2-6BB7-6309454C5C3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0862" y="1125538"/>
            <a:ext cx="5400677" cy="215900"/>
          </a:xfrm>
        </p:spPr>
        <p:txBody>
          <a:bodyPr anchor="t">
            <a:noAutofit/>
          </a:bodyPr>
          <a:lstStyle>
            <a:lvl1pPr marL="0" indent="0">
              <a:buClr>
                <a:schemeClr val="bg1"/>
              </a:buClr>
              <a:buNone/>
              <a:defRPr sz="1400" b="1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</a:t>
            </a:r>
            <a:r>
              <a:rPr lang="fr-FR" err="1"/>
              <a:t>subtitle</a:t>
            </a:r>
            <a:endParaRPr lang="fr-FR"/>
          </a:p>
        </p:txBody>
      </p:sp>
      <p:sp>
        <p:nvSpPr>
          <p:cNvPr id="4" name="slot.body-left">
            <a:extLst>
              <a:ext uri="{FF2B5EF4-FFF2-40B4-BE49-F238E27FC236}">
                <a16:creationId xmlns:a16="http://schemas.microsoft.com/office/drawing/2014/main" id="{2D3E2C40-4C7F-6E36-C2FB-962C731502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2" y="1556792"/>
            <a:ext cx="5400677" cy="4680492"/>
          </a:xfrm>
        </p:spPr>
        <p:txBody>
          <a:bodyPr/>
          <a:lstStyle>
            <a:lvl1pPr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slot.subtitle-right">
            <a:extLst>
              <a:ext uri="{FF2B5EF4-FFF2-40B4-BE49-F238E27FC236}">
                <a16:creationId xmlns:a16="http://schemas.microsoft.com/office/drawing/2014/main" id="{2D35804D-7044-B129-7E2C-ED3868BD4F8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40463" y="1130395"/>
            <a:ext cx="5400675" cy="251219"/>
          </a:xfrm>
        </p:spPr>
        <p:txBody>
          <a:bodyPr anchor="t">
            <a:noAutofit/>
          </a:bodyPr>
          <a:lstStyle>
            <a:lvl1pPr marL="0" indent="0">
              <a:buNone/>
              <a:defRPr sz="1400" b="1" cap="none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</a:t>
            </a:r>
            <a:r>
              <a:rPr lang="fr-FR" err="1"/>
              <a:t>subtitle</a:t>
            </a:r>
            <a:endParaRPr lang="fr-FR"/>
          </a:p>
        </p:txBody>
      </p:sp>
      <p:sp>
        <p:nvSpPr>
          <p:cNvPr id="6" name="slot.body-right">
            <a:extLst>
              <a:ext uri="{FF2B5EF4-FFF2-40B4-BE49-F238E27FC236}">
                <a16:creationId xmlns:a16="http://schemas.microsoft.com/office/drawing/2014/main" id="{C56BF488-D9DF-64BA-30D9-77D4A3CB15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0463" y="1556910"/>
            <a:ext cx="5400676" cy="4698538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AE14744E-D487-EF19-52F0-0B3D709B5928}"/>
              </a:ext>
            </a:extLst>
          </p:cNvPr>
          <p:cNvCxnSpPr>
            <a:cxnSpLocks/>
          </p:cNvCxnSpPr>
          <p:nvPr userDrawn="1"/>
        </p:nvCxnSpPr>
        <p:spPr>
          <a:xfrm>
            <a:off x="550863" y="6457292"/>
            <a:ext cx="540067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EEA01619-26E7-1752-2492-BA8B62D4773E}"/>
              </a:ext>
            </a:extLst>
          </p:cNvPr>
          <p:cNvCxnSpPr>
            <a:cxnSpLocks/>
          </p:cNvCxnSpPr>
          <p:nvPr userDrawn="1"/>
        </p:nvCxnSpPr>
        <p:spPr>
          <a:xfrm>
            <a:off x="6240462" y="6454800"/>
            <a:ext cx="540067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7">
            <a:extLst>
              <a:ext uri="{FF2B5EF4-FFF2-40B4-BE49-F238E27FC236}">
                <a16:creationId xmlns:a16="http://schemas.microsoft.com/office/drawing/2014/main" id="{68458D01-F4C6-680F-D539-89DAF54C3413}"/>
              </a:ext>
            </a:extLst>
          </p:cNvPr>
          <p:cNvCxnSpPr>
            <a:cxnSpLocks/>
          </p:cNvCxnSpPr>
          <p:nvPr userDrawn="1"/>
        </p:nvCxnSpPr>
        <p:spPr>
          <a:xfrm>
            <a:off x="550861" y="6454800"/>
            <a:ext cx="540067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ot.footer-page">
            <a:extLst>
              <a:ext uri="{FF2B5EF4-FFF2-40B4-BE49-F238E27FC236}">
                <a16:creationId xmlns:a16="http://schemas.microsoft.com/office/drawing/2014/main" id="{CF0FD329-A27E-51A3-480F-9C04DED50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836" y="6570000"/>
            <a:ext cx="323476" cy="109870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D40A0C-669C-7745-8A4B-A0A60E70B612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0" name="slot.source">
            <a:extLst>
              <a:ext uri="{FF2B5EF4-FFF2-40B4-BE49-F238E27FC236}">
                <a16:creationId xmlns:a16="http://schemas.microsoft.com/office/drawing/2014/main" id="{19D01319-1A5E-43BA-3540-3F52885879B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234697" y="6570000"/>
            <a:ext cx="4712050" cy="252569"/>
          </a:xfr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r>
              <a:rPr lang="fr-FR"/>
              <a:t>Source: 1. </a:t>
            </a:r>
          </a:p>
        </p:txBody>
      </p:sp>
      <p:sp>
        <p:nvSpPr>
          <p:cNvPr id="9" name="slot.footer-copyright">
            <a:extLst>
              <a:ext uri="{FF2B5EF4-FFF2-40B4-BE49-F238E27FC236}">
                <a16:creationId xmlns:a16="http://schemas.microsoft.com/office/drawing/2014/main" id="{39D24033-DF4D-0ED7-1A57-92CACF576185}"/>
              </a:ext>
            </a:extLst>
          </p:cNvPr>
          <p:cNvSpPr txBox="1"/>
          <p:nvPr userDrawn="1"/>
        </p:nvSpPr>
        <p:spPr>
          <a:xfrm>
            <a:off x="9912424" y="6570000"/>
            <a:ext cx="1234480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Arial" panose="020B0604020202020204" pitchFamily="34" charset="0"/>
              </a:rPr>
              <a:t>©Year Acme</a:t>
            </a:r>
          </a:p>
        </p:txBody>
      </p:sp>
      <p:sp>
        <p:nvSpPr>
          <p:cNvPr id="12" name="slot.footer-logo">
            <a:extLst>
              <a:ext uri="{FF2B5EF4-FFF2-40B4-BE49-F238E27FC236}">
                <a16:creationId xmlns:a16="http://schemas.microsoft.com/office/drawing/2014/main" id="{378E3F20-EC2E-870A-570B-4022DDD01109}"/>
              </a:ext>
            </a:extLst>
          </p:cNvPr>
          <p:cNvSpPr txBox="1"/>
          <p:nvPr userDrawn="1"/>
        </p:nvSpPr>
        <p:spPr>
          <a:xfrm>
            <a:off x="540130" y="6551596"/>
            <a:ext cx="609600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C782"/>
              </a:buClr>
              <a:buSzPct val="100000"/>
              <a:buFont typeface="Arial" panose="020B0604020202020204" pitchFamily="34" charset="0"/>
              <a:buNone/>
              <a:tabLst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ACME_logo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17379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 contras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t 12" hidden="1">
            <a:extLst>
              <a:ext uri="{FF2B5EF4-FFF2-40B4-BE49-F238E27FC236}">
                <a16:creationId xmlns:a16="http://schemas.microsoft.com/office/drawing/2014/main" id="{B384F69C-2F24-272B-6EF1-4BFDBE7294B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7001561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3" name="Objet 12" hidden="1">
                        <a:extLst>
                          <a:ext uri="{FF2B5EF4-FFF2-40B4-BE49-F238E27FC236}">
                            <a16:creationId xmlns:a16="http://schemas.microsoft.com/office/drawing/2014/main" id="{B384F69C-2F24-272B-6EF1-4BFDBE7294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Google Shape;91;p13">
            <a:extLst>
              <a:ext uri="{FF2B5EF4-FFF2-40B4-BE49-F238E27FC236}">
                <a16:creationId xmlns:a16="http://schemas.microsoft.com/office/drawing/2014/main" id="{3F6DC542-5B1A-64A1-E24C-9BF259A3F9F3}"/>
              </a:ext>
            </a:extLst>
          </p:cNvPr>
          <p:cNvSpPr txBox="1"/>
          <p:nvPr userDrawn="1"/>
        </p:nvSpPr>
        <p:spPr>
          <a:xfrm>
            <a:off x="3359696" y="1"/>
            <a:ext cx="8832304" cy="6857999"/>
          </a:xfrm>
          <a:prstGeom prst="rect">
            <a:avLst/>
          </a:prstGeom>
          <a:solidFill>
            <a:schemeClr val="tx2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/>
            <a:endParaRPr lang="en-US" sz="3600" u="none" strike="noStrike" cap="none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2" name="slot.title">
            <a:extLst>
              <a:ext uri="{FF2B5EF4-FFF2-40B4-BE49-F238E27FC236}">
                <a16:creationId xmlns:a16="http://schemas.microsoft.com/office/drawing/2014/main" id="{02A78A85-561E-020D-C7F8-40BBB3F191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594" y="2639112"/>
            <a:ext cx="2444062" cy="906623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</a:t>
            </a:r>
            <a:endParaRPr lang="fr-FR"/>
          </a:p>
        </p:txBody>
      </p:sp>
      <p:sp>
        <p:nvSpPr>
          <p:cNvPr id="3" name="slot.subtitle-1">
            <a:extLst>
              <a:ext uri="{FF2B5EF4-FFF2-40B4-BE49-F238E27FC236}">
                <a16:creationId xmlns:a16="http://schemas.microsoft.com/office/drawing/2014/main" id="{E43735A6-6302-B3D2-6BB7-6309454C5C3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0862" y="3806931"/>
            <a:ext cx="2444061" cy="342139"/>
          </a:xfrm>
        </p:spPr>
        <p:txBody>
          <a:bodyPr anchor="t">
            <a:noAutofit/>
          </a:bodyPr>
          <a:lstStyle>
            <a:lvl1pPr marL="0" indent="0">
              <a:buClr>
                <a:schemeClr val="bg1"/>
              </a:buClr>
              <a:buNone/>
              <a:defRPr sz="1400" b="1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</a:t>
            </a:r>
            <a:r>
              <a:rPr lang="fr-FR" err="1"/>
              <a:t>subtitle</a:t>
            </a:r>
            <a:endParaRPr lang="fr-FR"/>
          </a:p>
        </p:txBody>
      </p:sp>
      <p:sp>
        <p:nvSpPr>
          <p:cNvPr id="5" name="slot.subtitle-2">
            <a:extLst>
              <a:ext uri="{FF2B5EF4-FFF2-40B4-BE49-F238E27FC236}">
                <a16:creationId xmlns:a16="http://schemas.microsoft.com/office/drawing/2014/main" id="{2D35804D-7044-B129-7E2C-ED3868BD4F8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55249" y="908723"/>
            <a:ext cx="8085888" cy="211772"/>
          </a:xfrm>
        </p:spPr>
        <p:txBody>
          <a:bodyPr anchor="t">
            <a:noAutofit/>
          </a:bodyPr>
          <a:lstStyle>
            <a:lvl1pPr marL="0" indent="0">
              <a:buNone/>
              <a:defRPr sz="1400" b="1" cap="none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</a:t>
            </a:r>
            <a:r>
              <a:rPr lang="fr-FR" err="1"/>
              <a:t>subtitle</a:t>
            </a:r>
            <a:endParaRPr lang="fr-FR"/>
          </a:p>
        </p:txBody>
      </p:sp>
      <p:sp>
        <p:nvSpPr>
          <p:cNvPr id="6" name="slot.body">
            <a:extLst>
              <a:ext uri="{FF2B5EF4-FFF2-40B4-BE49-F238E27FC236}">
                <a16:creationId xmlns:a16="http://schemas.microsoft.com/office/drawing/2014/main" id="{C56BF488-D9DF-64BA-30D9-77D4A3CB15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55250" y="1341444"/>
            <a:ext cx="8085888" cy="4895841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EEA01619-26E7-1752-2492-BA8B62D4773E}"/>
              </a:ext>
            </a:extLst>
          </p:cNvPr>
          <p:cNvCxnSpPr>
            <a:cxnSpLocks/>
          </p:cNvCxnSpPr>
          <p:nvPr userDrawn="1"/>
        </p:nvCxnSpPr>
        <p:spPr>
          <a:xfrm>
            <a:off x="3545784" y="6453188"/>
            <a:ext cx="809535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ot.footer-page">
            <a:extLst>
              <a:ext uri="{FF2B5EF4-FFF2-40B4-BE49-F238E27FC236}">
                <a16:creationId xmlns:a16="http://schemas.microsoft.com/office/drawing/2014/main" id="{1A58D0F3-933B-44A0-AA4E-059DFC9A6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836" y="6570000"/>
            <a:ext cx="323476" cy="109870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D40A0C-669C-7745-8A4B-A0A60E70B612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6" name="slot.source">
            <a:extLst>
              <a:ext uri="{FF2B5EF4-FFF2-40B4-BE49-F238E27FC236}">
                <a16:creationId xmlns:a16="http://schemas.microsoft.com/office/drawing/2014/main" id="{90BAEBC7-9C13-C823-651C-6CF5BCB1CA2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545784" y="6570000"/>
            <a:ext cx="6294631" cy="252569"/>
          </a:xfr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r>
              <a:rPr lang="fr-FR"/>
              <a:t>Source: 1. </a:t>
            </a:r>
          </a:p>
        </p:txBody>
      </p:sp>
      <p:sp>
        <p:nvSpPr>
          <p:cNvPr id="4" name="slot.footer-copyright">
            <a:extLst>
              <a:ext uri="{FF2B5EF4-FFF2-40B4-BE49-F238E27FC236}">
                <a16:creationId xmlns:a16="http://schemas.microsoft.com/office/drawing/2014/main" id="{15305BAF-50BD-584B-DC74-C009508EB3DC}"/>
              </a:ext>
            </a:extLst>
          </p:cNvPr>
          <p:cNvSpPr txBox="1"/>
          <p:nvPr userDrawn="1"/>
        </p:nvSpPr>
        <p:spPr>
          <a:xfrm>
            <a:off x="9912424" y="6570000"/>
            <a:ext cx="1234480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Arial" panose="020B0604020202020204" pitchFamily="34" charset="0"/>
              </a:rPr>
              <a:t>©Year Acme</a:t>
            </a:r>
          </a:p>
        </p:txBody>
      </p:sp>
      <p:sp>
        <p:nvSpPr>
          <p:cNvPr id="9" name="slot.footer-logo">
            <a:extLst>
              <a:ext uri="{FF2B5EF4-FFF2-40B4-BE49-F238E27FC236}">
                <a16:creationId xmlns:a16="http://schemas.microsoft.com/office/drawing/2014/main" id="{746F6E4E-77DF-D5C8-6FC4-15CBB7325373}"/>
              </a:ext>
            </a:extLst>
          </p:cNvPr>
          <p:cNvSpPr txBox="1"/>
          <p:nvPr userDrawn="1"/>
        </p:nvSpPr>
        <p:spPr>
          <a:xfrm>
            <a:off x="540130" y="6551596"/>
            <a:ext cx="609600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C782"/>
              </a:buClr>
              <a:buSzPct val="100000"/>
              <a:buFont typeface="Arial" panose="020B0604020202020204" pitchFamily="34" charset="0"/>
              <a:buNone/>
              <a:tabLst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ACME_logo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9275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 contras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t 12" hidden="1">
            <a:extLst>
              <a:ext uri="{FF2B5EF4-FFF2-40B4-BE49-F238E27FC236}">
                <a16:creationId xmlns:a16="http://schemas.microsoft.com/office/drawing/2014/main" id="{B384F69C-2F24-272B-6EF1-4BFDBE7294B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068332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3" name="Objet 12" hidden="1">
                        <a:extLst>
                          <a:ext uri="{FF2B5EF4-FFF2-40B4-BE49-F238E27FC236}">
                            <a16:creationId xmlns:a16="http://schemas.microsoft.com/office/drawing/2014/main" id="{B384F69C-2F24-272B-6EF1-4BFDBE7294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Google Shape;91;p13">
            <a:extLst>
              <a:ext uri="{FF2B5EF4-FFF2-40B4-BE49-F238E27FC236}">
                <a16:creationId xmlns:a16="http://schemas.microsoft.com/office/drawing/2014/main" id="{192BD771-3CC7-7053-83CF-B048C0ACDDE2}"/>
              </a:ext>
            </a:extLst>
          </p:cNvPr>
          <p:cNvSpPr txBox="1"/>
          <p:nvPr userDrawn="1"/>
        </p:nvSpPr>
        <p:spPr>
          <a:xfrm flipH="1">
            <a:off x="0" y="0"/>
            <a:ext cx="3143672" cy="6857999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/>
            <a:endParaRPr lang="en-US" sz="3600" u="none" strike="noStrike" cap="none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15" name="slot.title">
            <a:extLst>
              <a:ext uri="{FF2B5EF4-FFF2-40B4-BE49-F238E27FC236}">
                <a16:creationId xmlns:a16="http://schemas.microsoft.com/office/drawing/2014/main" id="{011ADB7C-2BFE-5201-7E80-4A7CB5B2A9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594" y="2639112"/>
            <a:ext cx="2444062" cy="906623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title</a:t>
            </a:r>
            <a:endParaRPr lang="fr-FR"/>
          </a:p>
        </p:txBody>
      </p:sp>
      <p:sp>
        <p:nvSpPr>
          <p:cNvPr id="16" name="slot.subtitle-1">
            <a:extLst>
              <a:ext uri="{FF2B5EF4-FFF2-40B4-BE49-F238E27FC236}">
                <a16:creationId xmlns:a16="http://schemas.microsoft.com/office/drawing/2014/main" id="{A6C2B456-2FBB-0CCF-35AD-10F95452A42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0862" y="3806931"/>
            <a:ext cx="2444061" cy="342139"/>
          </a:xfrm>
        </p:spPr>
        <p:txBody>
          <a:bodyPr anchor="t">
            <a:noAutofit/>
          </a:bodyPr>
          <a:lstStyle>
            <a:lvl1pPr marL="0" indent="0">
              <a:buClr>
                <a:schemeClr val="bg1"/>
              </a:buClr>
              <a:buNone/>
              <a:defRPr sz="1400" b="1" cap="none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</a:t>
            </a:r>
            <a:r>
              <a:rPr lang="fr-FR" err="1"/>
              <a:t>subtitle</a:t>
            </a:r>
            <a:endParaRPr lang="fr-FR"/>
          </a:p>
        </p:txBody>
      </p:sp>
      <p:sp>
        <p:nvSpPr>
          <p:cNvPr id="20" name="slot.subtitle-2">
            <a:extLst>
              <a:ext uri="{FF2B5EF4-FFF2-40B4-BE49-F238E27FC236}">
                <a16:creationId xmlns:a16="http://schemas.microsoft.com/office/drawing/2014/main" id="{310C5BB4-05F5-13FD-06D5-F7F90D3D7573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55249" y="908722"/>
            <a:ext cx="8085888" cy="216816"/>
          </a:xfrm>
        </p:spPr>
        <p:txBody>
          <a:bodyPr anchor="t">
            <a:noAutofit/>
          </a:bodyPr>
          <a:lstStyle>
            <a:lvl1pPr marL="0" indent="0">
              <a:buNone/>
              <a:defRPr sz="1400" b="1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</a:t>
            </a:r>
            <a:r>
              <a:rPr lang="fr-FR" err="1"/>
              <a:t>subtitle</a:t>
            </a:r>
            <a:endParaRPr lang="fr-FR"/>
          </a:p>
        </p:txBody>
      </p:sp>
      <p:sp>
        <p:nvSpPr>
          <p:cNvPr id="23" name="slot.body">
            <a:extLst>
              <a:ext uri="{FF2B5EF4-FFF2-40B4-BE49-F238E27FC236}">
                <a16:creationId xmlns:a16="http://schemas.microsoft.com/office/drawing/2014/main" id="{75B3DDDB-0FFF-0BA0-DC0E-79048AFFC6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55250" y="1341439"/>
            <a:ext cx="8085888" cy="4895850"/>
          </a:xfrm>
        </p:spPr>
        <p:txBody>
          <a:bodyPr/>
          <a:lstStyle>
            <a:lvl1pPr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cxnSp>
        <p:nvCxnSpPr>
          <p:cNvPr id="24" name="Connecteur droit 17">
            <a:extLst>
              <a:ext uri="{FF2B5EF4-FFF2-40B4-BE49-F238E27FC236}">
                <a16:creationId xmlns:a16="http://schemas.microsoft.com/office/drawing/2014/main" id="{BB677063-FA53-5A9A-5F24-154EFB7ACDED}"/>
              </a:ext>
            </a:extLst>
          </p:cNvPr>
          <p:cNvCxnSpPr>
            <a:cxnSpLocks/>
          </p:cNvCxnSpPr>
          <p:nvPr userDrawn="1"/>
        </p:nvCxnSpPr>
        <p:spPr>
          <a:xfrm>
            <a:off x="3544958" y="6453336"/>
            <a:ext cx="809535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slot.footer-page">
            <a:extLst>
              <a:ext uri="{FF2B5EF4-FFF2-40B4-BE49-F238E27FC236}">
                <a16:creationId xmlns:a16="http://schemas.microsoft.com/office/drawing/2014/main" id="{E7E2C119-EF2B-38F6-0525-06C871F99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836" y="6570000"/>
            <a:ext cx="323476" cy="109870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7D40A0C-669C-7745-8A4B-A0A60E70B612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7" name="slot.source">
            <a:extLst>
              <a:ext uri="{FF2B5EF4-FFF2-40B4-BE49-F238E27FC236}">
                <a16:creationId xmlns:a16="http://schemas.microsoft.com/office/drawing/2014/main" id="{86608BDE-897C-79A9-D915-0BB179DBABCE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23792" y="6570000"/>
            <a:ext cx="5616623" cy="252569"/>
          </a:xfr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r>
              <a:rPr lang="fr-FR"/>
              <a:t>Source: 1. </a:t>
            </a:r>
          </a:p>
        </p:txBody>
      </p:sp>
      <p:sp>
        <p:nvSpPr>
          <p:cNvPr id="2" name="Pie 1">
            <a:extLst>
              <a:ext uri="{FF2B5EF4-FFF2-40B4-BE49-F238E27FC236}">
                <a16:creationId xmlns:a16="http://schemas.microsoft.com/office/drawing/2014/main" id="{A835BE02-9642-D00A-42E3-D2ABBB0EF3C5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lang="fr-FR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2D263C-7D47-5073-7683-74D04407E5CA}"/>
              </a:ext>
            </a:extLst>
          </p:cNvPr>
          <p:cNvSpPr/>
          <p:nvPr userDrawn="1"/>
        </p:nvSpPr>
        <p:spPr>
          <a:xfrm>
            <a:off x="0" y="246322"/>
            <a:ext cx="191344" cy="4232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lang="fr-FR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ot.footer-copyright">
            <a:extLst>
              <a:ext uri="{FF2B5EF4-FFF2-40B4-BE49-F238E27FC236}">
                <a16:creationId xmlns:a16="http://schemas.microsoft.com/office/drawing/2014/main" id="{2DDB37EA-A3C9-8886-2554-B4F3286733E9}"/>
              </a:ext>
            </a:extLst>
          </p:cNvPr>
          <p:cNvSpPr txBox="1"/>
          <p:nvPr userDrawn="1"/>
        </p:nvSpPr>
        <p:spPr>
          <a:xfrm>
            <a:off x="9912424" y="6570000"/>
            <a:ext cx="1234480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Arial" panose="020B0604020202020204" pitchFamily="34" charset="0"/>
              </a:rPr>
              <a:t>©Year Acme</a:t>
            </a:r>
          </a:p>
        </p:txBody>
      </p:sp>
      <p:sp>
        <p:nvSpPr>
          <p:cNvPr id="5" name="slot.footer-logo">
            <a:extLst>
              <a:ext uri="{FF2B5EF4-FFF2-40B4-BE49-F238E27FC236}">
                <a16:creationId xmlns:a16="http://schemas.microsoft.com/office/drawing/2014/main" id="{4171C2A4-A825-1321-2CCC-00A293AF826E}"/>
              </a:ext>
            </a:extLst>
          </p:cNvPr>
          <p:cNvSpPr txBox="1"/>
          <p:nvPr userDrawn="1"/>
        </p:nvSpPr>
        <p:spPr>
          <a:xfrm>
            <a:off x="3544958" y="6551596"/>
            <a:ext cx="609600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C782"/>
              </a:buClr>
              <a:buSzPct val="100000"/>
              <a:buFont typeface="Arial" panose="020B0604020202020204" pitchFamily="34" charset="0"/>
              <a:buNone/>
              <a:tabLst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ACME_logo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6676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EDB57-4F57-34EF-376B-C38DC51BA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4FE23-7715-FE22-7CC4-037423AC0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D7CBD-E2A1-09A1-68C1-47FDED4D25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40A0C-669C-7745-8A4B-A0A60E70B612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115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Relationship Id="rId24" Type="http://schemas.openxmlformats.org/officeDocument/2006/relationships/tags" Target="../tags/tag2.xml"/><Relationship Id="rId25" Type="http://schemas.openxmlformats.org/officeDocument/2006/relationships/oleObject" Target="../embeddings/oleObject1.bin"/><Relationship Id="rId26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t 7" hidden="1">
            <a:extLst>
              <a:ext uri="{FF2B5EF4-FFF2-40B4-BE49-F238E27FC236}">
                <a16:creationId xmlns:a16="http://schemas.microsoft.com/office/drawing/2014/main" id="{3A103B6D-DA26-B464-7605-6450CBFC7FE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4"/>
            </p:custDataLst>
            <p:extLst>
              <p:ext uri="{D42A27DB-BD31-4B8C-83A1-F6EECF244321}">
                <p14:modId xmlns:p14="http://schemas.microsoft.com/office/powerpoint/2010/main" val="92593240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7772400" imgH="10058400" progId="TCLayout.ActiveDocument.1">
                  <p:embed/>
                </p:oleObj>
              </mc:Choice>
              <mc:Fallback>
                <p:oleObj name="think-cell Slide" r:id="rId25" imgW="7772400" imgH="10058400" progId="TCLayout.ActiveDocument.1">
                  <p:embed/>
                  <p:pic>
                    <p:nvPicPr>
                      <p:cNvPr id="8" name="Objet 7" hidden="1">
                        <a:extLst>
                          <a:ext uri="{FF2B5EF4-FFF2-40B4-BE49-F238E27FC236}">
                            <a16:creationId xmlns:a16="http://schemas.microsoft.com/office/drawing/2014/main" id="{3A103B6D-DA26-B464-7605-6450CBFC7F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2FB5346-A681-43DB-425B-87CED8655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1" y="348633"/>
            <a:ext cx="11090275" cy="6278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F7CB5F8-9577-CB6C-8B03-4B239753B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1125538"/>
            <a:ext cx="11090275" cy="51117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F654C62-AA56-F052-603F-E34588EE58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7662" y="6530812"/>
            <a:ext cx="323476" cy="10987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 rtl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27D40A0C-669C-7745-8A4B-A0A60E70B612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7" name="Pie 6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756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76" r:id="rId3"/>
    <p:sldLayoutId id="2147483652" r:id="rId4"/>
    <p:sldLayoutId id="2147483653" r:id="rId5"/>
    <p:sldLayoutId id="2147483697" r:id="rId6"/>
    <p:sldLayoutId id="2147483655" r:id="rId7"/>
    <p:sldLayoutId id="2147483720" r:id="rId8"/>
    <p:sldLayoutId id="2147483724" r:id="rId9"/>
    <p:sldLayoutId id="2147483722" r:id="rId10"/>
    <p:sldLayoutId id="2147483711" r:id="rId11"/>
    <p:sldLayoutId id="2147483712" r:id="rId12"/>
    <p:sldLayoutId id="2147483713" r:id="rId13"/>
    <p:sldLayoutId id="2147483717" r:id="rId14"/>
    <p:sldLayoutId id="2147483715" r:id="rId15"/>
    <p:sldLayoutId id="2147483719" r:id="rId16"/>
    <p:sldLayoutId id="2147483732" r:id="rId17"/>
    <p:sldLayoutId id="2147483728" r:id="rId18"/>
    <p:sldLayoutId id="2147483726" r:id="rId19"/>
    <p:sldLayoutId id="2147483730" r:id="rId20"/>
    <p:sldLayoutId id="2147483731" r:id="rId21"/>
    <p:sldLayoutId id="2147483735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b="1" kern="1200">
          <a:solidFill>
            <a:schemeClr val="tx2"/>
          </a:solidFill>
          <a:latin typeface="Trebuchet MS" panose="020B0703020202090204" pitchFamily="34" charset="0"/>
          <a:ea typeface="+mj-ea"/>
          <a:cs typeface="Futura Medium" panose="020B0602020204020303" pitchFamily="34" charset="-79"/>
        </a:defRPr>
      </a:lvl1pPr>
    </p:titleStyle>
    <p:bodyStyle>
      <a:lvl1pPr marL="136525" indent="-133350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Clr>
          <a:schemeClr val="tx2"/>
        </a:buClr>
        <a:buSzPct val="100000"/>
        <a:buFont typeface="System Font Regular"/>
        <a:buChar char="•"/>
        <a:tabLst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27305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Clr>
          <a:schemeClr val="tx2"/>
        </a:buClr>
        <a:buSzPct val="100000"/>
        <a:buFont typeface="System Font Regular"/>
        <a:buChar char="−"/>
        <a:tabLst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401638" indent="-128588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Clr>
          <a:schemeClr val="tx2"/>
        </a:buClr>
        <a:buSzPct val="100000"/>
        <a:buFont typeface="System Font Regular"/>
        <a:buChar char="◦"/>
        <a:tabLst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534988" indent="-133350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Clr>
          <a:schemeClr val="tx2"/>
        </a:buClr>
        <a:buSzPct val="100000"/>
        <a:buFont typeface="Wingdings" pitchFamily="2" charset="2"/>
        <a:buChar char="§"/>
        <a:tabLst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668338" indent="-133350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Clr>
          <a:schemeClr val="tx2"/>
        </a:buClr>
        <a:buSzPct val="100000"/>
        <a:buFont typeface="System Font Regular"/>
        <a:buChar char="▫"/>
        <a:tabLst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 userDrawn="1">
          <p15:clr>
            <a:srgbClr val="F26B43"/>
          </p15:clr>
        </p15:guide>
        <p15:guide id="2" pos="347" userDrawn="1">
          <p15:clr>
            <a:srgbClr val="F26B43"/>
          </p15:clr>
        </p15:guide>
        <p15:guide id="3" pos="7333" userDrawn="1">
          <p15:clr>
            <a:srgbClr val="F26B43"/>
          </p15:clr>
        </p15:guide>
        <p15:guide id="4" orient="horz" pos="845" userDrawn="1">
          <p15:clr>
            <a:srgbClr val="A4A3A4"/>
          </p15:clr>
        </p15:guide>
        <p15:guide id="5" orient="horz" pos="3929" userDrawn="1">
          <p15:clr>
            <a:srgbClr val="A4A3A4"/>
          </p15:clr>
        </p15:guide>
        <p15:guide id="6" orient="horz" pos="4065" userDrawn="1">
          <p15:clr>
            <a:srgbClr val="F26B43"/>
          </p15:clr>
        </p15:guide>
        <p15:guide id="7" pos="3749" userDrawn="1">
          <p15:clr>
            <a:srgbClr val="A4A3A4"/>
          </p15:clr>
        </p15:guide>
        <p15:guide id="8" pos="3840" userDrawn="1">
          <p15:clr>
            <a:srgbClr val="F26B43"/>
          </p15:clr>
        </p15:guide>
        <p15:guide id="10" pos="3931" userDrawn="1">
          <p15:clr>
            <a:srgbClr val="A4A3A4"/>
          </p15:clr>
        </p15:guide>
        <p15:guide id="11" orient="horz" pos="210" userDrawn="1">
          <p15:clr>
            <a:srgbClr val="FBAE40"/>
          </p15:clr>
        </p15:guide>
        <p15:guide id="12" orient="horz" pos="618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ot.image">
            <a:extLst>
              <a:ext uri="{FF2B5EF4-FFF2-40B4-BE49-F238E27FC236}">
                <a16:creationId xmlns:a16="http://schemas.microsoft.com/office/drawing/2014/main" id="{E0BCE59B-D444-7A18-DCCB-70AFE1EA42F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lot.title">
            <a:extLst>
              <a:ext uri="{FF2B5EF4-FFF2-40B4-BE49-F238E27FC236}">
                <a16:creationId xmlns:a16="http://schemas.microsoft.com/office/drawing/2014/main" id="{7ACAD432-3BA2-C857-1F08-57EFA4F268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ot.subtitle">
            <a:extLst>
              <a:ext uri="{FF2B5EF4-FFF2-40B4-BE49-F238E27FC236}">
                <a16:creationId xmlns:a16="http://schemas.microsoft.com/office/drawing/2014/main" id="{A7B49F1B-6722-9095-525C-4E4E2657BD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ot.body">
            <a:extLst>
              <a:ext uri="{FF2B5EF4-FFF2-40B4-BE49-F238E27FC236}">
                <a16:creationId xmlns:a16="http://schemas.microsoft.com/office/drawing/2014/main" id="{4CBFC38C-423B-3DD8-A88D-A1A1A9C3A9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6215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ot.section-title">
            <a:extLst>
              <a:ext uri="{FF2B5EF4-FFF2-40B4-BE49-F238E27FC236}">
                <a16:creationId xmlns:a16="http://schemas.microsoft.com/office/drawing/2014/main" id="{F1BC0C3D-26C5-B176-7BFF-6520034413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lot.subtitle">
            <a:extLst>
              <a:ext uri="{FF2B5EF4-FFF2-40B4-BE49-F238E27FC236}">
                <a16:creationId xmlns:a16="http://schemas.microsoft.com/office/drawing/2014/main" id="{72D99522-BBC2-339A-157B-E266188B49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0131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ot.title">
            <a:extLst>
              <a:ext uri="{FF2B5EF4-FFF2-40B4-BE49-F238E27FC236}">
                <a16:creationId xmlns:a16="http://schemas.microsoft.com/office/drawing/2014/main" id="{C9860B66-4F97-16A2-5884-362D844D5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lot.body-left">
            <a:extLst>
              <a:ext uri="{FF2B5EF4-FFF2-40B4-BE49-F238E27FC236}">
                <a16:creationId xmlns:a16="http://schemas.microsoft.com/office/drawing/2014/main" id="{67D0980E-EC25-1F76-A0E7-024667E7F4A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ot.footer-page">
            <a:extLst>
              <a:ext uri="{FF2B5EF4-FFF2-40B4-BE49-F238E27FC236}">
                <a16:creationId xmlns:a16="http://schemas.microsoft.com/office/drawing/2014/main" id="{EE0DA2D1-8508-AF08-321B-9DD6AB319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8239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ot.title">
            <a:extLst>
              <a:ext uri="{FF2B5EF4-FFF2-40B4-BE49-F238E27FC236}">
                <a16:creationId xmlns:a16="http://schemas.microsoft.com/office/drawing/2014/main" id="{8380E5D0-5026-EB71-0F67-47CE171B2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lot.body-left">
            <a:extLst>
              <a:ext uri="{FF2B5EF4-FFF2-40B4-BE49-F238E27FC236}">
                <a16:creationId xmlns:a16="http://schemas.microsoft.com/office/drawing/2014/main" id="{61F73BCE-7414-9647-031B-5E1E96589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ot.footer-page">
            <a:extLst>
              <a:ext uri="{FF2B5EF4-FFF2-40B4-BE49-F238E27FC236}">
                <a16:creationId xmlns:a16="http://schemas.microsoft.com/office/drawing/2014/main" id="{CCB1391B-9E18-29A1-5039-16BED643A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4</a:t>
            </a:fld>
            <a:endParaRPr lang="fr-FR"/>
          </a:p>
        </p:txBody>
      </p:sp>
      <p:sp>
        <p:nvSpPr>
          <p:cNvPr id="5" name="slot.source">
            <a:extLst>
              <a:ext uri="{FF2B5EF4-FFF2-40B4-BE49-F238E27FC236}">
                <a16:creationId xmlns:a16="http://schemas.microsoft.com/office/drawing/2014/main" id="{1FA08A71-20BC-F105-521A-0896E8DDCFEC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2294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ot.title">
            <a:extLst>
              <a:ext uri="{FF2B5EF4-FFF2-40B4-BE49-F238E27FC236}">
                <a16:creationId xmlns:a16="http://schemas.microsoft.com/office/drawing/2014/main" id="{56AFBC28-EC91-4C6B-21FC-51452A2E0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ot.source">
            <a:extLst>
              <a:ext uri="{FF2B5EF4-FFF2-40B4-BE49-F238E27FC236}">
                <a16:creationId xmlns:a16="http://schemas.microsoft.com/office/drawing/2014/main" id="{7E4542B0-4EEC-FBEE-97E0-DC5D5E41CC6B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ot.footer-page">
            <a:extLst>
              <a:ext uri="{FF2B5EF4-FFF2-40B4-BE49-F238E27FC236}">
                <a16:creationId xmlns:a16="http://schemas.microsoft.com/office/drawing/2014/main" id="{6F138008-195A-9DF9-CDBA-4C150FA42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5102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ot.title">
            <a:extLst>
              <a:ext uri="{FF2B5EF4-FFF2-40B4-BE49-F238E27FC236}">
                <a16:creationId xmlns:a16="http://schemas.microsoft.com/office/drawing/2014/main" id="{A78B4462-098A-BEFB-12A5-0B2130617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ot.body-left">
            <a:extLst>
              <a:ext uri="{FF2B5EF4-FFF2-40B4-BE49-F238E27FC236}">
                <a16:creationId xmlns:a16="http://schemas.microsoft.com/office/drawing/2014/main" id="{B2DBBAC5-9A7A-F9B1-7594-7A706C39E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8" name="slot.subtitle">
            <a:extLst>
              <a:ext uri="{FF2B5EF4-FFF2-40B4-BE49-F238E27FC236}">
                <a16:creationId xmlns:a16="http://schemas.microsoft.com/office/drawing/2014/main" id="{3C84BBC7-166F-A5FB-3EB4-D0E396C32405}"/>
              </a:ext>
            </a:extLst>
          </p:cNvPr>
          <p:cNvSpPr>
            <a:spLocks noGrp="1"/>
          </p:cNvSpPr>
          <p:nvPr>
            <p:ph type="subTitle" idx="19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ot.footer-page">
            <a:extLst>
              <a:ext uri="{FF2B5EF4-FFF2-40B4-BE49-F238E27FC236}">
                <a16:creationId xmlns:a16="http://schemas.microsoft.com/office/drawing/2014/main" id="{5C8601E0-E097-6F4C-1CB6-93C63DFC9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6</a:t>
            </a:fld>
            <a:endParaRPr lang="fr-FR"/>
          </a:p>
        </p:txBody>
      </p:sp>
      <p:sp>
        <p:nvSpPr>
          <p:cNvPr id="7" name="slot.source">
            <a:extLst>
              <a:ext uri="{FF2B5EF4-FFF2-40B4-BE49-F238E27FC236}">
                <a16:creationId xmlns:a16="http://schemas.microsoft.com/office/drawing/2014/main" id="{140ECFB3-DB91-97BB-BC3F-A41D4BC064F2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9693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B41E7-9281-699C-9E57-E2B305571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ot.title">
            <a:extLst>
              <a:ext uri="{FF2B5EF4-FFF2-40B4-BE49-F238E27FC236}">
                <a16:creationId xmlns:a16="http://schemas.microsoft.com/office/drawing/2014/main" id="{D1C5C7F7-F1BB-F645-9BFD-AC43D790C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graphicFrame>
        <p:nvGraphicFramePr>
          <p:cNvPr id="2" name="slot.chart">
            <a:extLst>
              <a:ext uri="{FF2B5EF4-FFF2-40B4-BE49-F238E27FC236}">
                <a16:creationId xmlns:a16="http://schemas.microsoft.com/office/drawing/2014/main" id="{8B9A51C8-0821-CC8D-FE41-EC04560121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5708311"/>
              </p:ext>
            </p:extLst>
          </p:nvPr>
        </p:nvGraphicFramePr>
        <p:xfrm>
          <a:off x="550863" y="1622758"/>
          <a:ext cx="5918303" cy="4614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slot.footer-page">
            <a:extLst>
              <a:ext uri="{FF2B5EF4-FFF2-40B4-BE49-F238E27FC236}">
                <a16:creationId xmlns:a16="http://schemas.microsoft.com/office/drawing/2014/main" id="{ACA357C0-33AA-F8BB-B7C0-8DFBCE7B9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7</a:t>
            </a:fld>
            <a:endParaRPr lang="fr-FR"/>
          </a:p>
        </p:txBody>
      </p:sp>
      <p:sp>
        <p:nvSpPr>
          <p:cNvPr id="12" name="slot.source">
            <a:extLst>
              <a:ext uri="{FF2B5EF4-FFF2-40B4-BE49-F238E27FC236}">
                <a16:creationId xmlns:a16="http://schemas.microsoft.com/office/drawing/2014/main" id="{3C2A6227-568F-E980-735B-9E2C7525D872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lot.body-right">
            <a:extLst>
              <a:ext uri="{FF2B5EF4-FFF2-40B4-BE49-F238E27FC236}">
                <a16:creationId xmlns:a16="http://schemas.microsoft.com/office/drawing/2014/main" id="{8D0B1F2F-2950-2FED-2CF1-55AA8817ED3F}"/>
              </a:ext>
            </a:extLst>
          </p:cNvPr>
          <p:cNvSpPr txBox="1">
            <a:spLocks/>
          </p:cNvSpPr>
          <p:nvPr/>
        </p:nvSpPr>
        <p:spPr>
          <a:xfrm>
            <a:off x="6882254" y="1622758"/>
            <a:ext cx="4804303" cy="444843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36525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•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7305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−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01638" indent="-1285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◦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34988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668338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▫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Comment</a:t>
            </a:r>
          </a:p>
        </p:txBody>
      </p:sp>
      <p:sp>
        <p:nvSpPr>
          <p:cNvPr id="13" name="slot.chart-title">
            <a:extLst>
              <a:ext uri="{FF2B5EF4-FFF2-40B4-BE49-F238E27FC236}">
                <a16:creationId xmlns:a16="http://schemas.microsoft.com/office/drawing/2014/main" id="{945984DF-2BDC-B335-76E3-4D1A5C06727A}"/>
              </a:ext>
            </a:extLst>
          </p:cNvPr>
          <p:cNvSpPr txBox="1">
            <a:spLocks/>
          </p:cNvSpPr>
          <p:nvPr/>
        </p:nvSpPr>
        <p:spPr>
          <a:xfrm>
            <a:off x="550863" y="1204783"/>
            <a:ext cx="5636292" cy="2751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36525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•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7305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−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01638" indent="-1285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◦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34988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668338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▫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175" indent="0">
              <a:buNone/>
            </a:pPr>
            <a:r>
              <a:rPr lang="fr-FR" b="1" dirty="0"/>
              <a:t>Chart </a:t>
            </a:r>
            <a:r>
              <a:rPr lang="fr-FR" b="1" dirty="0" err="1"/>
              <a:t>name</a:t>
            </a:r>
            <a:r>
              <a:rPr lang="fr-FR" dirty="0"/>
              <a:t>, </a:t>
            </a:r>
            <a:r>
              <a:rPr lang="fr-FR" i="1" dirty="0">
                <a:solidFill>
                  <a:schemeClr val="accent6"/>
                </a:solidFill>
              </a:rPr>
              <a:t>unit</a:t>
            </a:r>
          </a:p>
        </p:txBody>
      </p:sp>
    </p:spTree>
    <p:extLst>
      <p:ext uri="{BB962C8B-B14F-4D97-AF65-F5344CB8AC3E}">
        <p14:creationId xmlns:p14="http://schemas.microsoft.com/office/powerpoint/2010/main" val="3710206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B688E-47CF-1959-E687-9402B2CA2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ot.title">
            <a:extLst>
              <a:ext uri="{FF2B5EF4-FFF2-40B4-BE49-F238E27FC236}">
                <a16:creationId xmlns:a16="http://schemas.microsoft.com/office/drawing/2014/main" id="{9BD6B52A-FF19-78CF-A935-E133AB89A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graphicFrame>
        <p:nvGraphicFramePr>
          <p:cNvPr id="2" name="slot.chart">
            <a:extLst>
              <a:ext uri="{FF2B5EF4-FFF2-40B4-BE49-F238E27FC236}">
                <a16:creationId xmlns:a16="http://schemas.microsoft.com/office/drawing/2014/main" id="{43A9A298-18DF-1A43-C8A6-AF4C2F808A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047063"/>
              </p:ext>
            </p:extLst>
          </p:nvPr>
        </p:nvGraphicFramePr>
        <p:xfrm>
          <a:off x="550863" y="1622758"/>
          <a:ext cx="5935395" cy="4614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slot.footer-page">
            <a:extLst>
              <a:ext uri="{FF2B5EF4-FFF2-40B4-BE49-F238E27FC236}">
                <a16:creationId xmlns:a16="http://schemas.microsoft.com/office/drawing/2014/main" id="{F4B4F2E0-11FD-0E6A-3E72-DE65E7BF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8</a:t>
            </a:fld>
            <a:endParaRPr lang="fr-FR"/>
          </a:p>
        </p:txBody>
      </p:sp>
      <p:sp>
        <p:nvSpPr>
          <p:cNvPr id="12" name="slot.source">
            <a:extLst>
              <a:ext uri="{FF2B5EF4-FFF2-40B4-BE49-F238E27FC236}">
                <a16:creationId xmlns:a16="http://schemas.microsoft.com/office/drawing/2014/main" id="{4FFBAF71-AAF1-3782-E97A-9AE70D79E6AF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slot.body-right">
            <a:extLst>
              <a:ext uri="{FF2B5EF4-FFF2-40B4-BE49-F238E27FC236}">
                <a16:creationId xmlns:a16="http://schemas.microsoft.com/office/drawing/2014/main" id="{E47B0D7A-5F90-F7D3-A811-E1A7AEE96FB1}"/>
              </a:ext>
            </a:extLst>
          </p:cNvPr>
          <p:cNvSpPr txBox="1">
            <a:spLocks/>
          </p:cNvSpPr>
          <p:nvPr/>
        </p:nvSpPr>
        <p:spPr>
          <a:xfrm>
            <a:off x="6882254" y="1622758"/>
            <a:ext cx="4804303" cy="444843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36525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•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7305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−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01638" indent="-1285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◦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34988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668338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▫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Comment</a:t>
            </a:r>
          </a:p>
        </p:txBody>
      </p:sp>
      <p:sp>
        <p:nvSpPr>
          <p:cNvPr id="13" name="slot.chart-title">
            <a:extLst>
              <a:ext uri="{FF2B5EF4-FFF2-40B4-BE49-F238E27FC236}">
                <a16:creationId xmlns:a16="http://schemas.microsoft.com/office/drawing/2014/main" id="{997B11C3-8955-D64A-329E-B0AA8D59C74C}"/>
              </a:ext>
            </a:extLst>
          </p:cNvPr>
          <p:cNvSpPr txBox="1">
            <a:spLocks/>
          </p:cNvSpPr>
          <p:nvPr/>
        </p:nvSpPr>
        <p:spPr>
          <a:xfrm>
            <a:off x="550863" y="1204783"/>
            <a:ext cx="5636292" cy="2751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36525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•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7305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−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01638" indent="-1285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◦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34988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668338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▫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175" indent="0">
              <a:buNone/>
            </a:pPr>
            <a:r>
              <a:rPr lang="fr-FR" b="1" dirty="0"/>
              <a:t>Chart </a:t>
            </a:r>
            <a:r>
              <a:rPr lang="fr-FR" b="1" dirty="0" err="1"/>
              <a:t>name</a:t>
            </a:r>
            <a:r>
              <a:rPr lang="fr-FR" dirty="0"/>
              <a:t>, </a:t>
            </a:r>
            <a:r>
              <a:rPr lang="fr-FR" i="1" dirty="0">
                <a:solidFill>
                  <a:schemeClr val="accent6"/>
                </a:solidFill>
              </a:rPr>
              <a:t>unit</a:t>
            </a:r>
          </a:p>
        </p:txBody>
      </p:sp>
    </p:spTree>
    <p:extLst>
      <p:ext uri="{BB962C8B-B14F-4D97-AF65-F5344CB8AC3E}">
        <p14:creationId xmlns:p14="http://schemas.microsoft.com/office/powerpoint/2010/main" val="3525562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B962F-0DD9-4D69-1322-91DEA5F61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ot.title">
            <a:extLst>
              <a:ext uri="{FF2B5EF4-FFF2-40B4-BE49-F238E27FC236}">
                <a16:creationId xmlns:a16="http://schemas.microsoft.com/office/drawing/2014/main" id="{E6BA610B-9EE9-45A1-B28B-47B1ECDE0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graphicFrame>
        <p:nvGraphicFramePr>
          <p:cNvPr id="2" name="slot.chart">
            <a:extLst>
              <a:ext uri="{FF2B5EF4-FFF2-40B4-BE49-F238E27FC236}">
                <a16:creationId xmlns:a16="http://schemas.microsoft.com/office/drawing/2014/main" id="{9C81EFE1-097D-C671-2766-C253897384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7567379"/>
              </p:ext>
            </p:extLst>
          </p:nvPr>
        </p:nvGraphicFramePr>
        <p:xfrm>
          <a:off x="550864" y="1622758"/>
          <a:ext cx="5713204" cy="4614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slot.footer-page">
            <a:extLst>
              <a:ext uri="{FF2B5EF4-FFF2-40B4-BE49-F238E27FC236}">
                <a16:creationId xmlns:a16="http://schemas.microsoft.com/office/drawing/2014/main" id="{EC42C37B-CB35-17E7-8EE5-6ED39227D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9</a:t>
            </a:fld>
            <a:endParaRPr lang="fr-FR"/>
          </a:p>
        </p:txBody>
      </p:sp>
      <p:sp>
        <p:nvSpPr>
          <p:cNvPr id="12" name="slot.source">
            <a:extLst>
              <a:ext uri="{FF2B5EF4-FFF2-40B4-BE49-F238E27FC236}">
                <a16:creationId xmlns:a16="http://schemas.microsoft.com/office/drawing/2014/main" id="{190093B9-4BCE-CCC2-2DCD-4F71A64766E9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slot.body-right">
            <a:extLst>
              <a:ext uri="{FF2B5EF4-FFF2-40B4-BE49-F238E27FC236}">
                <a16:creationId xmlns:a16="http://schemas.microsoft.com/office/drawing/2014/main" id="{9B4B49E6-ACBD-1A9F-8953-1EB368346C96}"/>
              </a:ext>
            </a:extLst>
          </p:cNvPr>
          <p:cNvSpPr txBox="1">
            <a:spLocks/>
          </p:cNvSpPr>
          <p:nvPr/>
        </p:nvSpPr>
        <p:spPr>
          <a:xfrm>
            <a:off x="6882254" y="1622758"/>
            <a:ext cx="4804303" cy="444843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36525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•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7305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−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01638" indent="-1285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◦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34988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668338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▫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Comment</a:t>
            </a:r>
          </a:p>
        </p:txBody>
      </p:sp>
      <p:sp>
        <p:nvSpPr>
          <p:cNvPr id="13" name="slot.chart-title">
            <a:extLst>
              <a:ext uri="{FF2B5EF4-FFF2-40B4-BE49-F238E27FC236}">
                <a16:creationId xmlns:a16="http://schemas.microsoft.com/office/drawing/2014/main" id="{33F8A7A2-5825-1682-27AF-955BF8FEC5B1}"/>
              </a:ext>
            </a:extLst>
          </p:cNvPr>
          <p:cNvSpPr txBox="1">
            <a:spLocks/>
          </p:cNvSpPr>
          <p:nvPr/>
        </p:nvSpPr>
        <p:spPr>
          <a:xfrm>
            <a:off x="550863" y="1204783"/>
            <a:ext cx="5636292" cy="2751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36525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•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7305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−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01638" indent="-1285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◦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34988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668338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▫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175" indent="0">
              <a:buNone/>
            </a:pPr>
            <a:r>
              <a:rPr lang="fr-FR" b="1" dirty="0"/>
              <a:t>Chart </a:t>
            </a:r>
            <a:r>
              <a:rPr lang="fr-FR" b="1" dirty="0" err="1"/>
              <a:t>name</a:t>
            </a:r>
            <a:r>
              <a:rPr lang="fr-FR" dirty="0"/>
              <a:t>, </a:t>
            </a:r>
            <a:r>
              <a:rPr lang="fr-FR" i="1" dirty="0">
                <a:solidFill>
                  <a:schemeClr val="accent6"/>
                </a:solidFill>
              </a:rPr>
              <a:t>unit</a:t>
            </a:r>
          </a:p>
        </p:txBody>
      </p:sp>
    </p:spTree>
    <p:extLst>
      <p:ext uri="{BB962C8B-B14F-4D97-AF65-F5344CB8AC3E}">
        <p14:creationId xmlns:p14="http://schemas.microsoft.com/office/powerpoint/2010/main" val="2197977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AC0B6-82C3-CBAE-E390-40F0B561C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ot.title">
            <a:extLst>
              <a:ext uri="{FF2B5EF4-FFF2-40B4-BE49-F238E27FC236}">
                <a16:creationId xmlns:a16="http://schemas.microsoft.com/office/drawing/2014/main" id="{5B9B5EFF-D6C0-5F6D-B181-93D9A1EEA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graphicFrame>
        <p:nvGraphicFramePr>
          <p:cNvPr id="2" name="slot.chart">
            <a:extLst>
              <a:ext uri="{FF2B5EF4-FFF2-40B4-BE49-F238E27FC236}">
                <a16:creationId xmlns:a16="http://schemas.microsoft.com/office/drawing/2014/main" id="{6856BEA8-6434-0F26-881F-058CB793B7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0347680"/>
              </p:ext>
            </p:extLst>
          </p:nvPr>
        </p:nvGraphicFramePr>
        <p:xfrm>
          <a:off x="550864" y="1622758"/>
          <a:ext cx="5661930" cy="4614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slot.footer-page">
            <a:extLst>
              <a:ext uri="{FF2B5EF4-FFF2-40B4-BE49-F238E27FC236}">
                <a16:creationId xmlns:a16="http://schemas.microsoft.com/office/drawing/2014/main" id="{A97A835A-87A2-B939-1DD1-F196BE144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10</a:t>
            </a:fld>
            <a:endParaRPr lang="fr-FR"/>
          </a:p>
        </p:txBody>
      </p:sp>
      <p:sp>
        <p:nvSpPr>
          <p:cNvPr id="12" name="slot.source">
            <a:extLst>
              <a:ext uri="{FF2B5EF4-FFF2-40B4-BE49-F238E27FC236}">
                <a16:creationId xmlns:a16="http://schemas.microsoft.com/office/drawing/2014/main" id="{BBB8D210-4F84-AB0E-C916-9C28A9514921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slot.body-right">
            <a:extLst>
              <a:ext uri="{FF2B5EF4-FFF2-40B4-BE49-F238E27FC236}">
                <a16:creationId xmlns:a16="http://schemas.microsoft.com/office/drawing/2014/main" id="{12965206-88B4-0F47-8E28-3FA959B2EF16}"/>
              </a:ext>
            </a:extLst>
          </p:cNvPr>
          <p:cNvSpPr txBox="1">
            <a:spLocks/>
          </p:cNvSpPr>
          <p:nvPr/>
        </p:nvSpPr>
        <p:spPr>
          <a:xfrm>
            <a:off x="6882254" y="1622758"/>
            <a:ext cx="4804303" cy="444843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36525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•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7305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−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01638" indent="-1285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◦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34988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668338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▫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Comment</a:t>
            </a:r>
          </a:p>
        </p:txBody>
      </p:sp>
      <p:sp>
        <p:nvSpPr>
          <p:cNvPr id="13" name="slot.chart-title">
            <a:extLst>
              <a:ext uri="{FF2B5EF4-FFF2-40B4-BE49-F238E27FC236}">
                <a16:creationId xmlns:a16="http://schemas.microsoft.com/office/drawing/2014/main" id="{4B04BF95-50FB-9DF2-7E0A-AC1BBEDAB16D}"/>
              </a:ext>
            </a:extLst>
          </p:cNvPr>
          <p:cNvSpPr txBox="1">
            <a:spLocks/>
          </p:cNvSpPr>
          <p:nvPr/>
        </p:nvSpPr>
        <p:spPr>
          <a:xfrm>
            <a:off x="550863" y="1204783"/>
            <a:ext cx="5636292" cy="2751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36525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•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7305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−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01638" indent="-1285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◦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34988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668338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▫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175" indent="0">
              <a:buNone/>
            </a:pPr>
            <a:r>
              <a:rPr lang="fr-FR" b="1" dirty="0"/>
              <a:t>Chart </a:t>
            </a:r>
            <a:r>
              <a:rPr lang="fr-FR" b="1" dirty="0" err="1"/>
              <a:t>name</a:t>
            </a:r>
            <a:r>
              <a:rPr lang="fr-FR" dirty="0"/>
              <a:t>, </a:t>
            </a:r>
            <a:r>
              <a:rPr lang="fr-FR" i="1" dirty="0">
                <a:solidFill>
                  <a:schemeClr val="accent6"/>
                </a:solidFill>
              </a:rPr>
              <a:t>unit</a:t>
            </a:r>
          </a:p>
        </p:txBody>
      </p:sp>
    </p:spTree>
    <p:extLst>
      <p:ext uri="{BB962C8B-B14F-4D97-AF65-F5344CB8AC3E}">
        <p14:creationId xmlns:p14="http://schemas.microsoft.com/office/powerpoint/2010/main" val="1261923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ot.title">
            <a:extLst>
              <a:ext uri="{FF2B5EF4-FFF2-40B4-BE49-F238E27FC236}">
                <a16:creationId xmlns:a16="http://schemas.microsoft.com/office/drawing/2014/main" id="{BBC5BA43-0109-A451-0B17-1344EBBD7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ot.body-left">
            <a:extLst>
              <a:ext uri="{FF2B5EF4-FFF2-40B4-BE49-F238E27FC236}">
                <a16:creationId xmlns:a16="http://schemas.microsoft.com/office/drawing/2014/main" id="{F9A39B9F-8FE3-C5E4-66EB-23D6B854B0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slot.body-right">
            <a:extLst>
              <a:ext uri="{FF2B5EF4-FFF2-40B4-BE49-F238E27FC236}">
                <a16:creationId xmlns:a16="http://schemas.microsoft.com/office/drawing/2014/main" id="{37886110-4BF1-3B19-47FC-1B3A623E68F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ot.footer-page">
            <a:extLst>
              <a:ext uri="{FF2B5EF4-FFF2-40B4-BE49-F238E27FC236}">
                <a16:creationId xmlns:a16="http://schemas.microsoft.com/office/drawing/2014/main" id="{955021DA-9147-47DF-2270-FA79520AA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11</a:t>
            </a:fld>
            <a:endParaRPr lang="fr-FR"/>
          </a:p>
        </p:txBody>
      </p:sp>
      <p:sp>
        <p:nvSpPr>
          <p:cNvPr id="9" name="slot.source">
            <a:extLst>
              <a:ext uri="{FF2B5EF4-FFF2-40B4-BE49-F238E27FC236}">
                <a16:creationId xmlns:a16="http://schemas.microsoft.com/office/drawing/2014/main" id="{08669132-B2E9-C7FD-0E5A-195E1E90B39F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8695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ot.title">
            <a:extLst>
              <a:ext uri="{FF2B5EF4-FFF2-40B4-BE49-F238E27FC236}">
                <a16:creationId xmlns:a16="http://schemas.microsoft.com/office/drawing/2014/main" id="{A1B13B95-550F-B65B-3507-ADE3B9DA9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lot.subtitle-left">
            <a:extLst>
              <a:ext uri="{FF2B5EF4-FFF2-40B4-BE49-F238E27FC236}">
                <a16:creationId xmlns:a16="http://schemas.microsoft.com/office/drawing/2014/main" id="{472AF4BA-3A94-A6AA-75ED-51F19EF10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ot.body-left">
            <a:extLst>
              <a:ext uri="{FF2B5EF4-FFF2-40B4-BE49-F238E27FC236}">
                <a16:creationId xmlns:a16="http://schemas.microsoft.com/office/drawing/2014/main" id="{B0ABFD61-CD4F-EC1A-5115-45CDDC420BF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ot.subtitle-right">
            <a:extLst>
              <a:ext uri="{FF2B5EF4-FFF2-40B4-BE49-F238E27FC236}">
                <a16:creationId xmlns:a16="http://schemas.microsoft.com/office/drawing/2014/main" id="{DE696CA1-6E07-520A-1327-ED245650AA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ot.body-right">
            <a:extLst>
              <a:ext uri="{FF2B5EF4-FFF2-40B4-BE49-F238E27FC236}">
                <a16:creationId xmlns:a16="http://schemas.microsoft.com/office/drawing/2014/main" id="{8C3FD960-175C-64AD-76A4-03C56B091E1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ot.footer-page">
            <a:extLst>
              <a:ext uri="{FF2B5EF4-FFF2-40B4-BE49-F238E27FC236}">
                <a16:creationId xmlns:a16="http://schemas.microsoft.com/office/drawing/2014/main" id="{AD7EC4A8-8CF5-8C79-BAB5-0AA6E55EA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12</a:t>
            </a:fld>
            <a:endParaRPr lang="fr-FR"/>
          </a:p>
        </p:txBody>
      </p:sp>
      <p:sp>
        <p:nvSpPr>
          <p:cNvPr id="8" name="slot.source">
            <a:extLst>
              <a:ext uri="{FF2B5EF4-FFF2-40B4-BE49-F238E27FC236}">
                <a16:creationId xmlns:a16="http://schemas.microsoft.com/office/drawing/2014/main" id="{78FA1B2A-92F7-40FB-F965-CA4A4804D57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7999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ot.title">
            <a:extLst>
              <a:ext uri="{FF2B5EF4-FFF2-40B4-BE49-F238E27FC236}">
                <a16:creationId xmlns:a16="http://schemas.microsoft.com/office/drawing/2014/main" id="{96382BF3-A58D-9FCC-73D2-D23B8E309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lot.subtitle-left">
            <a:extLst>
              <a:ext uri="{FF2B5EF4-FFF2-40B4-BE49-F238E27FC236}">
                <a16:creationId xmlns:a16="http://schemas.microsoft.com/office/drawing/2014/main" id="{507C86A9-5AA4-5FEE-279D-DB62E9AF5A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ot.body-left">
            <a:extLst>
              <a:ext uri="{FF2B5EF4-FFF2-40B4-BE49-F238E27FC236}">
                <a16:creationId xmlns:a16="http://schemas.microsoft.com/office/drawing/2014/main" id="{1615B9A0-C888-2906-494C-2BE85967A79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ot.subtitle-right">
            <a:extLst>
              <a:ext uri="{FF2B5EF4-FFF2-40B4-BE49-F238E27FC236}">
                <a16:creationId xmlns:a16="http://schemas.microsoft.com/office/drawing/2014/main" id="{899EBAB0-D7CA-FCF6-5AE7-F3182BDD73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ot.body-right">
            <a:extLst>
              <a:ext uri="{FF2B5EF4-FFF2-40B4-BE49-F238E27FC236}">
                <a16:creationId xmlns:a16="http://schemas.microsoft.com/office/drawing/2014/main" id="{15A49452-0460-60CD-1237-4332D2B7D64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ot.footer-page">
            <a:extLst>
              <a:ext uri="{FF2B5EF4-FFF2-40B4-BE49-F238E27FC236}">
                <a16:creationId xmlns:a16="http://schemas.microsoft.com/office/drawing/2014/main" id="{244EFA7C-21AE-6C7D-FAC2-7D19DE421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13</a:t>
            </a:fld>
            <a:endParaRPr lang="fr-FR"/>
          </a:p>
        </p:txBody>
      </p:sp>
      <p:sp>
        <p:nvSpPr>
          <p:cNvPr id="8" name="slot.source">
            <a:extLst>
              <a:ext uri="{FF2B5EF4-FFF2-40B4-BE49-F238E27FC236}">
                <a16:creationId xmlns:a16="http://schemas.microsoft.com/office/drawing/2014/main" id="{B421CB7E-7CF9-8773-A8E0-CBC5497D8F7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9935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ot.title">
            <a:extLst>
              <a:ext uri="{FF2B5EF4-FFF2-40B4-BE49-F238E27FC236}">
                <a16:creationId xmlns:a16="http://schemas.microsoft.com/office/drawing/2014/main" id="{642C1C7A-2951-8460-E931-5812BA57E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lot.subtitle-1">
            <a:extLst>
              <a:ext uri="{FF2B5EF4-FFF2-40B4-BE49-F238E27FC236}">
                <a16:creationId xmlns:a16="http://schemas.microsoft.com/office/drawing/2014/main" id="{4BE58D27-D33D-9A6A-261A-FC37592CCB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ot.subtitle-2">
            <a:extLst>
              <a:ext uri="{FF2B5EF4-FFF2-40B4-BE49-F238E27FC236}">
                <a16:creationId xmlns:a16="http://schemas.microsoft.com/office/drawing/2014/main" id="{4358881E-4F55-3D28-CF02-3F4E9115E3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ot.body">
            <a:extLst>
              <a:ext uri="{FF2B5EF4-FFF2-40B4-BE49-F238E27FC236}">
                <a16:creationId xmlns:a16="http://schemas.microsoft.com/office/drawing/2014/main" id="{8705FAFD-60FB-F8C7-491E-8FB862F9C8A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ot.footer-page">
            <a:extLst>
              <a:ext uri="{FF2B5EF4-FFF2-40B4-BE49-F238E27FC236}">
                <a16:creationId xmlns:a16="http://schemas.microsoft.com/office/drawing/2014/main" id="{5A64BB6A-ABB8-43B5-C4FE-21B96FB0B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14</a:t>
            </a:fld>
            <a:endParaRPr lang="fr-FR"/>
          </a:p>
        </p:txBody>
      </p:sp>
      <p:sp>
        <p:nvSpPr>
          <p:cNvPr id="7" name="slot.source">
            <a:extLst>
              <a:ext uri="{FF2B5EF4-FFF2-40B4-BE49-F238E27FC236}">
                <a16:creationId xmlns:a16="http://schemas.microsoft.com/office/drawing/2014/main" id="{86E2B333-DEEF-7099-9A0E-5BCFE430682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7967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ot.title">
            <a:extLst>
              <a:ext uri="{FF2B5EF4-FFF2-40B4-BE49-F238E27FC236}">
                <a16:creationId xmlns:a16="http://schemas.microsoft.com/office/drawing/2014/main" id="{F04B6622-6B31-137C-3057-BEC114E1E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lot.subtitle-left">
            <a:extLst>
              <a:ext uri="{FF2B5EF4-FFF2-40B4-BE49-F238E27FC236}">
                <a16:creationId xmlns:a16="http://schemas.microsoft.com/office/drawing/2014/main" id="{9BECFB8F-18AF-4F46-A86C-FEBFF34FBD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ot.body-left">
            <a:extLst>
              <a:ext uri="{FF2B5EF4-FFF2-40B4-BE49-F238E27FC236}">
                <a16:creationId xmlns:a16="http://schemas.microsoft.com/office/drawing/2014/main" id="{92B2C9B2-1C38-1A3B-A3B6-94D76323AA0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ot.subtitle-right">
            <a:extLst>
              <a:ext uri="{FF2B5EF4-FFF2-40B4-BE49-F238E27FC236}">
                <a16:creationId xmlns:a16="http://schemas.microsoft.com/office/drawing/2014/main" id="{F2F573AA-32F1-9474-AA0B-5F748B5457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ot.body-right">
            <a:extLst>
              <a:ext uri="{FF2B5EF4-FFF2-40B4-BE49-F238E27FC236}">
                <a16:creationId xmlns:a16="http://schemas.microsoft.com/office/drawing/2014/main" id="{209746BB-053D-5EAC-CCE0-A0561FCC3E1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ot.subtitle-middle">
            <a:extLst>
              <a:ext uri="{FF2B5EF4-FFF2-40B4-BE49-F238E27FC236}">
                <a16:creationId xmlns:a16="http://schemas.microsoft.com/office/drawing/2014/main" id="{82EE0964-0DD7-A113-68C6-51DE83E049B7}"/>
              </a:ext>
            </a:extLst>
          </p:cNvPr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slot.body-center">
            <a:extLst>
              <a:ext uri="{FF2B5EF4-FFF2-40B4-BE49-F238E27FC236}">
                <a16:creationId xmlns:a16="http://schemas.microsoft.com/office/drawing/2014/main" id="{4E8625F8-C8B3-70DA-59F3-2E8F89562010}"/>
              </a:ext>
            </a:extLst>
          </p:cNvPr>
          <p:cNvSpPr>
            <a:spLocks noGrp="1"/>
          </p:cNvSpPr>
          <p:nvPr>
            <p:ph sz="half" idx="2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ot.footer-page">
            <a:extLst>
              <a:ext uri="{FF2B5EF4-FFF2-40B4-BE49-F238E27FC236}">
                <a16:creationId xmlns:a16="http://schemas.microsoft.com/office/drawing/2014/main" id="{56BA1548-2B85-A72F-BEF1-2AF72880F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15</a:t>
            </a:fld>
            <a:endParaRPr lang="fr-FR"/>
          </a:p>
        </p:txBody>
      </p:sp>
      <p:sp>
        <p:nvSpPr>
          <p:cNvPr id="10" name="slot.source">
            <a:extLst>
              <a:ext uri="{FF2B5EF4-FFF2-40B4-BE49-F238E27FC236}">
                <a16:creationId xmlns:a16="http://schemas.microsoft.com/office/drawing/2014/main" id="{94A0CC14-B06D-8574-9642-42CAE0EDB56C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9246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ot.title">
            <a:extLst>
              <a:ext uri="{FF2B5EF4-FFF2-40B4-BE49-F238E27FC236}">
                <a16:creationId xmlns:a16="http://schemas.microsoft.com/office/drawing/2014/main" id="{3F90EC06-30A6-F2AF-B561-806978C6E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lot.body-left">
            <a:extLst>
              <a:ext uri="{FF2B5EF4-FFF2-40B4-BE49-F238E27FC236}">
                <a16:creationId xmlns:a16="http://schemas.microsoft.com/office/drawing/2014/main" id="{BF51E751-4D1F-8AFF-4DDB-151A4B82F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ot.footer-page">
            <a:extLst>
              <a:ext uri="{FF2B5EF4-FFF2-40B4-BE49-F238E27FC236}">
                <a16:creationId xmlns:a16="http://schemas.microsoft.com/office/drawing/2014/main" id="{0E735BF3-7AFE-76C1-631C-652548B2CD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40A0C-669C-7745-8A4B-A0A60E70B612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2282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ot.title">
            <a:extLst>
              <a:ext uri="{FF2B5EF4-FFF2-40B4-BE49-F238E27FC236}">
                <a16:creationId xmlns:a16="http://schemas.microsoft.com/office/drawing/2014/main" id="{09AD6002-5264-FF81-5C58-8257C5BE3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lot.subtitle-left">
            <a:extLst>
              <a:ext uri="{FF2B5EF4-FFF2-40B4-BE49-F238E27FC236}">
                <a16:creationId xmlns:a16="http://schemas.microsoft.com/office/drawing/2014/main" id="{3DA0BAAF-9233-FECD-C9A4-9D6BB9CB13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ot.body-left">
            <a:extLst>
              <a:ext uri="{FF2B5EF4-FFF2-40B4-BE49-F238E27FC236}">
                <a16:creationId xmlns:a16="http://schemas.microsoft.com/office/drawing/2014/main" id="{9F86A069-0F52-B4CB-EABB-F7F2BE1DDC3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ot.subtitle-right">
            <a:extLst>
              <a:ext uri="{FF2B5EF4-FFF2-40B4-BE49-F238E27FC236}">
                <a16:creationId xmlns:a16="http://schemas.microsoft.com/office/drawing/2014/main" id="{3F8F4092-5C55-47A8-80BF-15DB6F705E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ot.body-right">
            <a:extLst>
              <a:ext uri="{FF2B5EF4-FFF2-40B4-BE49-F238E27FC236}">
                <a16:creationId xmlns:a16="http://schemas.microsoft.com/office/drawing/2014/main" id="{4FD0BBC1-AF6B-7FB2-8131-9CFFE5B4F72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ot.footer-page">
            <a:extLst>
              <a:ext uri="{FF2B5EF4-FFF2-40B4-BE49-F238E27FC236}">
                <a16:creationId xmlns:a16="http://schemas.microsoft.com/office/drawing/2014/main" id="{85C13A4A-3651-3F41-649E-1290DB09A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17</a:t>
            </a:fld>
            <a:endParaRPr lang="fr-FR"/>
          </a:p>
        </p:txBody>
      </p:sp>
      <p:sp>
        <p:nvSpPr>
          <p:cNvPr id="8" name="slot.source">
            <a:extLst>
              <a:ext uri="{FF2B5EF4-FFF2-40B4-BE49-F238E27FC236}">
                <a16:creationId xmlns:a16="http://schemas.microsoft.com/office/drawing/2014/main" id="{DBFFDC8F-D14C-28D8-B388-6724C21B4BA1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27614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6549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ot.title">
            <a:extLst>
              <a:ext uri="{FF2B5EF4-FFF2-40B4-BE49-F238E27FC236}">
                <a16:creationId xmlns:a16="http://schemas.microsoft.com/office/drawing/2014/main" id="{374C00EF-B038-0C65-A241-7BA2006BD9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lot.subtitle">
            <a:extLst>
              <a:ext uri="{FF2B5EF4-FFF2-40B4-BE49-F238E27FC236}">
                <a16:creationId xmlns:a16="http://schemas.microsoft.com/office/drawing/2014/main" id="{B200C2F0-0A4E-E4B1-6889-CCD71BAA09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ot.body">
            <a:extLst>
              <a:ext uri="{FF2B5EF4-FFF2-40B4-BE49-F238E27FC236}">
                <a16:creationId xmlns:a16="http://schemas.microsoft.com/office/drawing/2014/main" id="{64EDA83A-70CF-2093-E08B-6577F07B93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ot.image">
            <a:extLst>
              <a:ext uri="{FF2B5EF4-FFF2-40B4-BE49-F238E27FC236}">
                <a16:creationId xmlns:a16="http://schemas.microsoft.com/office/drawing/2014/main" id="{03704343-FDF9-0B04-E26C-C52FDAC38AE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2065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ot.section-title">
            <a:extLst>
              <a:ext uri="{FF2B5EF4-FFF2-40B4-BE49-F238E27FC236}">
                <a16:creationId xmlns:a16="http://schemas.microsoft.com/office/drawing/2014/main" id="{7ABCA97C-1EB3-759D-152E-F5D49FB8B1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lot.subtitle">
            <a:extLst>
              <a:ext uri="{FF2B5EF4-FFF2-40B4-BE49-F238E27FC236}">
                <a16:creationId xmlns:a16="http://schemas.microsoft.com/office/drawing/2014/main" id="{10574AA7-F19E-53D0-15C6-BAED9DD9AE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2110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ot.title">
            <a:extLst>
              <a:ext uri="{FF2B5EF4-FFF2-40B4-BE49-F238E27FC236}">
                <a16:creationId xmlns:a16="http://schemas.microsoft.com/office/drawing/2014/main" id="{3557F5E2-DE24-B1BE-806A-41DFD0EA5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lot.footer-page">
            <a:extLst>
              <a:ext uri="{FF2B5EF4-FFF2-40B4-BE49-F238E27FC236}">
                <a16:creationId xmlns:a16="http://schemas.microsoft.com/office/drawing/2014/main" id="{E389FC4E-69D2-CB98-99E0-8235C5DF4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21</a:t>
            </a:fld>
            <a:endParaRPr lang="fr-FR"/>
          </a:p>
        </p:txBody>
      </p:sp>
      <p:sp>
        <p:nvSpPr>
          <p:cNvPr id="4" name="slot.body-left">
            <a:extLst>
              <a:ext uri="{FF2B5EF4-FFF2-40B4-BE49-F238E27FC236}">
                <a16:creationId xmlns:a16="http://schemas.microsoft.com/office/drawing/2014/main" id="{57014636-1242-DAAA-256A-ED368B606BE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25866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ot.title">
            <a:extLst>
              <a:ext uri="{FF2B5EF4-FFF2-40B4-BE49-F238E27FC236}">
                <a16:creationId xmlns:a16="http://schemas.microsoft.com/office/drawing/2014/main" id="{AD338188-5DE4-C5CB-FE17-B4AE4BD42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lot.subtitle-1">
            <a:extLst>
              <a:ext uri="{FF2B5EF4-FFF2-40B4-BE49-F238E27FC236}">
                <a16:creationId xmlns:a16="http://schemas.microsoft.com/office/drawing/2014/main" id="{57F5E41D-FE93-0A76-9D73-D1E1F79C27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ot.subtitle-2">
            <a:extLst>
              <a:ext uri="{FF2B5EF4-FFF2-40B4-BE49-F238E27FC236}">
                <a16:creationId xmlns:a16="http://schemas.microsoft.com/office/drawing/2014/main" id="{FE9D7C8C-FA55-7BC1-9885-70240B5F61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ot.body">
            <a:extLst>
              <a:ext uri="{FF2B5EF4-FFF2-40B4-BE49-F238E27FC236}">
                <a16:creationId xmlns:a16="http://schemas.microsoft.com/office/drawing/2014/main" id="{F04F6FA0-64EA-A96F-77DB-DC900791023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ot.footer-page">
            <a:extLst>
              <a:ext uri="{FF2B5EF4-FFF2-40B4-BE49-F238E27FC236}">
                <a16:creationId xmlns:a16="http://schemas.microsoft.com/office/drawing/2014/main" id="{93029647-4684-D393-CF0A-BF12BF205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22</a:t>
            </a:fld>
            <a:endParaRPr lang="fr-FR"/>
          </a:p>
        </p:txBody>
      </p:sp>
      <p:sp>
        <p:nvSpPr>
          <p:cNvPr id="7" name="slot.source">
            <a:extLst>
              <a:ext uri="{FF2B5EF4-FFF2-40B4-BE49-F238E27FC236}">
                <a16:creationId xmlns:a16="http://schemas.microsoft.com/office/drawing/2014/main" id="{7D007424-99FE-9625-45E0-4F3C4A8FB982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20091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ot.title">
            <a:extLst>
              <a:ext uri="{FF2B5EF4-FFF2-40B4-BE49-F238E27FC236}">
                <a16:creationId xmlns:a16="http://schemas.microsoft.com/office/drawing/2014/main" id="{60196F93-28B3-0AC4-E12E-B919C02ED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lot.subtitle-left">
            <a:extLst>
              <a:ext uri="{FF2B5EF4-FFF2-40B4-BE49-F238E27FC236}">
                <a16:creationId xmlns:a16="http://schemas.microsoft.com/office/drawing/2014/main" id="{F5334444-FCDF-1684-3FB8-353DDE1A56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ot.body-left">
            <a:extLst>
              <a:ext uri="{FF2B5EF4-FFF2-40B4-BE49-F238E27FC236}">
                <a16:creationId xmlns:a16="http://schemas.microsoft.com/office/drawing/2014/main" id="{FD352B93-713D-7B29-0C96-707BE1CD5E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ot.subtitle-right">
            <a:extLst>
              <a:ext uri="{FF2B5EF4-FFF2-40B4-BE49-F238E27FC236}">
                <a16:creationId xmlns:a16="http://schemas.microsoft.com/office/drawing/2014/main" id="{2155886C-20D1-8079-4E2C-A73C6BE8B4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ot.body-right">
            <a:extLst>
              <a:ext uri="{FF2B5EF4-FFF2-40B4-BE49-F238E27FC236}">
                <a16:creationId xmlns:a16="http://schemas.microsoft.com/office/drawing/2014/main" id="{F79C5220-BA0D-98C6-8A4B-CC116CD16EF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ot.footer-page">
            <a:extLst>
              <a:ext uri="{FF2B5EF4-FFF2-40B4-BE49-F238E27FC236}">
                <a16:creationId xmlns:a16="http://schemas.microsoft.com/office/drawing/2014/main" id="{3F8D98DD-0E84-F6F8-641C-DE30A625F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pPr/>
              <a:t>23</a:t>
            </a:fld>
            <a:endParaRPr lang="fr-FR"/>
          </a:p>
        </p:txBody>
      </p:sp>
      <p:sp>
        <p:nvSpPr>
          <p:cNvPr id="8" name="slot.source">
            <a:extLst>
              <a:ext uri="{FF2B5EF4-FFF2-40B4-BE49-F238E27FC236}">
                <a16:creationId xmlns:a16="http://schemas.microsoft.com/office/drawing/2014/main" id="{B74E6D85-D63B-5397-6C95-9A1C410A807A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74759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ot.title">
            <a:extLst>
              <a:ext uri="{FF2B5EF4-FFF2-40B4-BE49-F238E27FC236}">
                <a16:creationId xmlns:a16="http://schemas.microsoft.com/office/drawing/2014/main" id="{A1CFCE2F-EEED-699F-16B7-14583F29E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lot.subtitle-left">
            <a:extLst>
              <a:ext uri="{FF2B5EF4-FFF2-40B4-BE49-F238E27FC236}">
                <a16:creationId xmlns:a16="http://schemas.microsoft.com/office/drawing/2014/main" id="{52EE0DEE-BE02-0E60-46F1-9B17BE9DCC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ot.body-left">
            <a:extLst>
              <a:ext uri="{FF2B5EF4-FFF2-40B4-BE49-F238E27FC236}">
                <a16:creationId xmlns:a16="http://schemas.microsoft.com/office/drawing/2014/main" id="{6DEB6691-49FC-D5CD-00E2-956161A686E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ot.subtitle-right">
            <a:extLst>
              <a:ext uri="{FF2B5EF4-FFF2-40B4-BE49-F238E27FC236}">
                <a16:creationId xmlns:a16="http://schemas.microsoft.com/office/drawing/2014/main" id="{A6481CB5-EAF6-34D0-38D2-004DF250D1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ot.body-right">
            <a:extLst>
              <a:ext uri="{FF2B5EF4-FFF2-40B4-BE49-F238E27FC236}">
                <a16:creationId xmlns:a16="http://schemas.microsoft.com/office/drawing/2014/main" id="{CCBAEE9E-9656-7330-1450-08204C79A98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ot.footer-page">
            <a:extLst>
              <a:ext uri="{FF2B5EF4-FFF2-40B4-BE49-F238E27FC236}">
                <a16:creationId xmlns:a16="http://schemas.microsoft.com/office/drawing/2014/main" id="{C737C2DD-0597-C781-B47B-9ED87A685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pPr/>
              <a:t>24</a:t>
            </a:fld>
            <a:endParaRPr lang="fr-FR"/>
          </a:p>
        </p:txBody>
      </p:sp>
      <p:sp>
        <p:nvSpPr>
          <p:cNvPr id="8" name="slot.source">
            <a:extLst>
              <a:ext uri="{FF2B5EF4-FFF2-40B4-BE49-F238E27FC236}">
                <a16:creationId xmlns:a16="http://schemas.microsoft.com/office/drawing/2014/main" id="{E45008B4-06ED-42AB-99A0-FF2AA10C8FC1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10313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ot.title">
            <a:extLst>
              <a:ext uri="{FF2B5EF4-FFF2-40B4-BE49-F238E27FC236}">
                <a16:creationId xmlns:a16="http://schemas.microsoft.com/office/drawing/2014/main" id="{4E843E8F-F946-1ADE-FB37-0EBF4D9CB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lot.subtitle-1">
            <a:extLst>
              <a:ext uri="{FF2B5EF4-FFF2-40B4-BE49-F238E27FC236}">
                <a16:creationId xmlns:a16="http://schemas.microsoft.com/office/drawing/2014/main" id="{1675CAD6-9E20-BF63-6D76-BAE57FC8D6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ot.subtitle-2">
            <a:extLst>
              <a:ext uri="{FF2B5EF4-FFF2-40B4-BE49-F238E27FC236}">
                <a16:creationId xmlns:a16="http://schemas.microsoft.com/office/drawing/2014/main" id="{103ADEE2-BB69-96C8-ECF0-FBB50E9BFE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ot.body">
            <a:extLst>
              <a:ext uri="{FF2B5EF4-FFF2-40B4-BE49-F238E27FC236}">
                <a16:creationId xmlns:a16="http://schemas.microsoft.com/office/drawing/2014/main" id="{491EAC36-2BCB-A68E-5176-6D64BE2064F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ot.footer-page">
            <a:extLst>
              <a:ext uri="{FF2B5EF4-FFF2-40B4-BE49-F238E27FC236}">
                <a16:creationId xmlns:a16="http://schemas.microsoft.com/office/drawing/2014/main" id="{0CF94BA1-CADC-3BB5-F63F-E912932EA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pPr/>
              <a:t>25</a:t>
            </a:fld>
            <a:endParaRPr lang="fr-FR"/>
          </a:p>
        </p:txBody>
      </p:sp>
      <p:sp>
        <p:nvSpPr>
          <p:cNvPr id="7" name="slot.source">
            <a:extLst>
              <a:ext uri="{FF2B5EF4-FFF2-40B4-BE49-F238E27FC236}">
                <a16:creationId xmlns:a16="http://schemas.microsoft.com/office/drawing/2014/main" id="{DA655AE8-4AB0-E991-4F30-5F6219C4F5C4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52083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ot.title">
            <a:extLst>
              <a:ext uri="{FF2B5EF4-FFF2-40B4-BE49-F238E27FC236}">
                <a16:creationId xmlns:a16="http://schemas.microsoft.com/office/drawing/2014/main" id="{A6D17A19-CAE4-FA2F-080D-DA17849C5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lot.subtitle-1">
            <a:extLst>
              <a:ext uri="{FF2B5EF4-FFF2-40B4-BE49-F238E27FC236}">
                <a16:creationId xmlns:a16="http://schemas.microsoft.com/office/drawing/2014/main" id="{F6D07D73-8ACA-BC20-1ADF-744E20D84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ot.subtitle-2">
            <a:extLst>
              <a:ext uri="{FF2B5EF4-FFF2-40B4-BE49-F238E27FC236}">
                <a16:creationId xmlns:a16="http://schemas.microsoft.com/office/drawing/2014/main" id="{F6D383B4-B0C9-D409-F9B1-C9DF0C4ED3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ot.body">
            <a:extLst>
              <a:ext uri="{FF2B5EF4-FFF2-40B4-BE49-F238E27FC236}">
                <a16:creationId xmlns:a16="http://schemas.microsoft.com/office/drawing/2014/main" id="{8682BE46-4ADD-712E-693C-56A5CC4DE5D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ot.footer-page">
            <a:extLst>
              <a:ext uri="{FF2B5EF4-FFF2-40B4-BE49-F238E27FC236}">
                <a16:creationId xmlns:a16="http://schemas.microsoft.com/office/drawing/2014/main" id="{BF5E0291-96D4-4AAD-9728-6D7882490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pPr/>
              <a:t>26</a:t>
            </a:fld>
            <a:endParaRPr lang="fr-FR"/>
          </a:p>
        </p:txBody>
      </p:sp>
      <p:sp>
        <p:nvSpPr>
          <p:cNvPr id="7" name="slot.source">
            <a:extLst>
              <a:ext uri="{FF2B5EF4-FFF2-40B4-BE49-F238E27FC236}">
                <a16:creationId xmlns:a16="http://schemas.microsoft.com/office/drawing/2014/main" id="{9414BBDE-DFC1-B1B1-CCB9-338AAFF2DAEB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0653382"/>
      </p:ext>
    </p:extLst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sp>
        <p:nvSpPr>
          <p:cNvPr id="7" name="slot.big-number"/>
          <p:cNvSpPr txBox="1"/>
          <p:nvPr/>
        </p:nvSpPr>
        <p:spPr>
          <a:xfrm>
            <a:off x="914400" y="2148840"/>
            <a:ext cx="10360152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chemeClr val="accent2"/>
                </a:solidFill>
                <a:latin typeface="Arial"/>
              </a:rPr>
              <a:t>€43M</a:t>
            </a:r>
          </a:p>
        </p:txBody>
      </p:sp>
      <p:sp>
        <p:nvSpPr>
          <p:cNvPr id="8" name="slot.caption"/>
          <p:cNvSpPr txBox="1"/>
          <p:nvPr/>
        </p:nvSpPr>
        <p:spPr>
          <a:xfrm>
            <a:off x="914400" y="3886200"/>
            <a:ext cx="1036015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chemeClr val="dk1"/>
                </a:solidFill>
                <a:latin typeface="Arial"/>
              </a:rPr>
              <a:t>Supporting caption explaining what the headline figure represents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sp>
        <p:nvSpPr>
          <p:cNvPr id="7" name="slot.process-step.1.title"/>
          <p:cNvSpPr/>
          <p:nvPr/>
        </p:nvSpPr>
        <p:spPr>
          <a:xfrm>
            <a:off x="548640" y="1554480"/>
            <a:ext cx="3587191" cy="566928"/>
          </a:xfrm>
          <a:prstGeom prst="homePlate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accent1"/>
                </a:solidFill>
                <a:latin typeface="Arial"/>
              </a:rPr>
              <a:t>Step 1</a:t>
            </a:r>
          </a:p>
        </p:txBody>
      </p:sp>
      <p:sp>
        <p:nvSpPr>
          <p:cNvPr id="8" name="slot.process-step.1.body"/>
          <p:cNvSpPr txBox="1"/>
          <p:nvPr/>
        </p:nvSpPr>
        <p:spPr>
          <a:xfrm>
            <a:off x="548640" y="2331720"/>
            <a:ext cx="3587191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what happens in this step of the process.</a:t>
            </a:r>
          </a:p>
        </p:txBody>
      </p:sp>
      <p:sp>
        <p:nvSpPr>
          <p:cNvPr id="9" name="decor"/>
          <p:cNvSpPr/>
          <p:nvPr/>
        </p:nvSpPr>
        <p:spPr>
          <a:xfrm>
            <a:off x="548640" y="1325880"/>
            <a:ext cx="384048" cy="384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1</a:t>
            </a:r>
          </a:p>
        </p:txBody>
      </p:sp>
      <p:sp>
        <p:nvSpPr>
          <p:cNvPr id="10" name="slot.process-step.2.title"/>
          <p:cNvSpPr/>
          <p:nvPr/>
        </p:nvSpPr>
        <p:spPr>
          <a:xfrm>
            <a:off x="4245559" y="1554480"/>
            <a:ext cx="3587191" cy="566928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accent1"/>
                </a:solidFill>
                <a:latin typeface="Arial"/>
              </a:rPr>
              <a:t>Step 2</a:t>
            </a:r>
          </a:p>
        </p:txBody>
      </p:sp>
      <p:sp>
        <p:nvSpPr>
          <p:cNvPr id="11" name="slot.process-step.2.body"/>
          <p:cNvSpPr txBox="1"/>
          <p:nvPr/>
        </p:nvSpPr>
        <p:spPr>
          <a:xfrm>
            <a:off x="4245559" y="2331720"/>
            <a:ext cx="3587191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what happens in this step of the process.</a:t>
            </a:r>
          </a:p>
        </p:txBody>
      </p:sp>
      <p:sp>
        <p:nvSpPr>
          <p:cNvPr id="12" name="decor"/>
          <p:cNvSpPr/>
          <p:nvPr/>
        </p:nvSpPr>
        <p:spPr>
          <a:xfrm>
            <a:off x="4245559" y="1325880"/>
            <a:ext cx="384048" cy="384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2</a:t>
            </a:r>
          </a:p>
        </p:txBody>
      </p:sp>
      <p:sp>
        <p:nvSpPr>
          <p:cNvPr id="13" name="slot.process-step.3.title"/>
          <p:cNvSpPr/>
          <p:nvPr/>
        </p:nvSpPr>
        <p:spPr>
          <a:xfrm>
            <a:off x="7943392" y="1554480"/>
            <a:ext cx="3587191" cy="566928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accent1"/>
                </a:solidFill>
                <a:latin typeface="Arial"/>
              </a:rPr>
              <a:t>Step 3</a:t>
            </a:r>
          </a:p>
        </p:txBody>
      </p:sp>
      <p:sp>
        <p:nvSpPr>
          <p:cNvPr id="14" name="slot.process-step.3.body"/>
          <p:cNvSpPr txBox="1"/>
          <p:nvPr/>
        </p:nvSpPr>
        <p:spPr>
          <a:xfrm>
            <a:off x="7943392" y="2331720"/>
            <a:ext cx="3587191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what happens in this step of the process.</a:t>
            </a:r>
          </a:p>
        </p:txBody>
      </p:sp>
      <p:sp>
        <p:nvSpPr>
          <p:cNvPr id="15" name="decor"/>
          <p:cNvSpPr/>
          <p:nvPr/>
        </p:nvSpPr>
        <p:spPr>
          <a:xfrm>
            <a:off x="7943392" y="1325880"/>
            <a:ext cx="384048" cy="384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sp>
        <p:nvSpPr>
          <p:cNvPr id="7" name="slot.process-step.1.title"/>
          <p:cNvSpPr/>
          <p:nvPr/>
        </p:nvSpPr>
        <p:spPr>
          <a:xfrm>
            <a:off x="548640" y="1554480"/>
            <a:ext cx="2663647" cy="566928"/>
          </a:xfrm>
          <a:prstGeom prst="homePlate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accent1"/>
                </a:solidFill>
                <a:latin typeface="Arial"/>
              </a:rPr>
              <a:t>Step 1</a:t>
            </a:r>
          </a:p>
        </p:txBody>
      </p:sp>
      <p:sp>
        <p:nvSpPr>
          <p:cNvPr id="8" name="slot.process-step.1.body"/>
          <p:cNvSpPr txBox="1"/>
          <p:nvPr/>
        </p:nvSpPr>
        <p:spPr>
          <a:xfrm>
            <a:off x="548640" y="2331720"/>
            <a:ext cx="2663647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what happens in this step of the process.</a:t>
            </a:r>
          </a:p>
        </p:txBody>
      </p:sp>
      <p:sp>
        <p:nvSpPr>
          <p:cNvPr id="9" name="decor"/>
          <p:cNvSpPr/>
          <p:nvPr/>
        </p:nvSpPr>
        <p:spPr>
          <a:xfrm>
            <a:off x="548640" y="1325880"/>
            <a:ext cx="384048" cy="384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1</a:t>
            </a:r>
          </a:p>
        </p:txBody>
      </p:sp>
      <p:sp>
        <p:nvSpPr>
          <p:cNvPr id="10" name="slot.process-step.2.title"/>
          <p:cNvSpPr/>
          <p:nvPr/>
        </p:nvSpPr>
        <p:spPr>
          <a:xfrm>
            <a:off x="3322015" y="1554480"/>
            <a:ext cx="2663647" cy="566928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accent1"/>
                </a:solidFill>
                <a:latin typeface="Arial"/>
              </a:rPr>
              <a:t>Step 2</a:t>
            </a:r>
          </a:p>
        </p:txBody>
      </p:sp>
      <p:sp>
        <p:nvSpPr>
          <p:cNvPr id="11" name="slot.process-step.2.body"/>
          <p:cNvSpPr txBox="1"/>
          <p:nvPr/>
        </p:nvSpPr>
        <p:spPr>
          <a:xfrm>
            <a:off x="3322015" y="2331720"/>
            <a:ext cx="2663647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what happens in this step of the process.</a:t>
            </a:r>
          </a:p>
        </p:txBody>
      </p:sp>
      <p:sp>
        <p:nvSpPr>
          <p:cNvPr id="12" name="decor"/>
          <p:cNvSpPr/>
          <p:nvPr/>
        </p:nvSpPr>
        <p:spPr>
          <a:xfrm>
            <a:off x="3322015" y="1325880"/>
            <a:ext cx="384048" cy="384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2</a:t>
            </a:r>
          </a:p>
        </p:txBody>
      </p:sp>
      <p:sp>
        <p:nvSpPr>
          <p:cNvPr id="13" name="slot.process-step.3.title"/>
          <p:cNvSpPr/>
          <p:nvPr/>
        </p:nvSpPr>
        <p:spPr>
          <a:xfrm>
            <a:off x="6094476" y="1554480"/>
            <a:ext cx="2663647" cy="566928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accent1"/>
                </a:solidFill>
                <a:latin typeface="Arial"/>
              </a:rPr>
              <a:t>Step 3</a:t>
            </a:r>
          </a:p>
        </p:txBody>
      </p:sp>
      <p:sp>
        <p:nvSpPr>
          <p:cNvPr id="14" name="slot.process-step.3.body"/>
          <p:cNvSpPr txBox="1"/>
          <p:nvPr/>
        </p:nvSpPr>
        <p:spPr>
          <a:xfrm>
            <a:off x="6094476" y="2331720"/>
            <a:ext cx="2663647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what happens in this step of the process.</a:t>
            </a:r>
          </a:p>
        </p:txBody>
      </p:sp>
      <p:sp>
        <p:nvSpPr>
          <p:cNvPr id="15" name="decor"/>
          <p:cNvSpPr/>
          <p:nvPr/>
        </p:nvSpPr>
        <p:spPr>
          <a:xfrm>
            <a:off x="6094476" y="1325880"/>
            <a:ext cx="384048" cy="384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3</a:t>
            </a:r>
          </a:p>
        </p:txBody>
      </p:sp>
      <p:sp>
        <p:nvSpPr>
          <p:cNvPr id="16" name="slot.process-step.4.title"/>
          <p:cNvSpPr/>
          <p:nvPr/>
        </p:nvSpPr>
        <p:spPr>
          <a:xfrm>
            <a:off x="8866936" y="1554480"/>
            <a:ext cx="2663647" cy="566928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accent1"/>
                </a:solidFill>
                <a:latin typeface="Arial"/>
              </a:rPr>
              <a:t>Step 4</a:t>
            </a:r>
          </a:p>
        </p:txBody>
      </p:sp>
      <p:sp>
        <p:nvSpPr>
          <p:cNvPr id="17" name="slot.process-step.4.body"/>
          <p:cNvSpPr txBox="1"/>
          <p:nvPr/>
        </p:nvSpPr>
        <p:spPr>
          <a:xfrm>
            <a:off x="8866936" y="2331720"/>
            <a:ext cx="2663647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what happens in this step of the process.</a:t>
            </a:r>
          </a:p>
        </p:txBody>
      </p:sp>
      <p:sp>
        <p:nvSpPr>
          <p:cNvPr id="18" name="decor"/>
          <p:cNvSpPr/>
          <p:nvPr/>
        </p:nvSpPr>
        <p:spPr>
          <a:xfrm>
            <a:off x="8866936" y="1325880"/>
            <a:ext cx="384048" cy="384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sp>
        <p:nvSpPr>
          <p:cNvPr id="7" name="slot.process-step.1.title"/>
          <p:cNvSpPr/>
          <p:nvPr/>
        </p:nvSpPr>
        <p:spPr>
          <a:xfrm>
            <a:off x="548640" y="1554480"/>
            <a:ext cx="2108606" cy="566928"/>
          </a:xfrm>
          <a:prstGeom prst="homePlate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accent1"/>
                </a:solidFill>
                <a:latin typeface="Arial"/>
              </a:rPr>
              <a:t>Step 1</a:t>
            </a:r>
          </a:p>
        </p:txBody>
      </p:sp>
      <p:sp>
        <p:nvSpPr>
          <p:cNvPr id="8" name="slot.process-step.1.body"/>
          <p:cNvSpPr txBox="1"/>
          <p:nvPr/>
        </p:nvSpPr>
        <p:spPr>
          <a:xfrm>
            <a:off x="548640" y="2331720"/>
            <a:ext cx="2108606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what happens in this step of the process.</a:t>
            </a:r>
          </a:p>
        </p:txBody>
      </p:sp>
      <p:sp>
        <p:nvSpPr>
          <p:cNvPr id="9" name="decor"/>
          <p:cNvSpPr/>
          <p:nvPr/>
        </p:nvSpPr>
        <p:spPr>
          <a:xfrm>
            <a:off x="548640" y="1325880"/>
            <a:ext cx="384048" cy="384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1</a:t>
            </a:r>
          </a:p>
        </p:txBody>
      </p:sp>
      <p:sp>
        <p:nvSpPr>
          <p:cNvPr id="10" name="slot.process-step.2.title"/>
          <p:cNvSpPr/>
          <p:nvPr/>
        </p:nvSpPr>
        <p:spPr>
          <a:xfrm>
            <a:off x="2766974" y="1554480"/>
            <a:ext cx="2108606" cy="566928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accent1"/>
                </a:solidFill>
                <a:latin typeface="Arial"/>
              </a:rPr>
              <a:t>Step 2</a:t>
            </a:r>
          </a:p>
        </p:txBody>
      </p:sp>
      <p:sp>
        <p:nvSpPr>
          <p:cNvPr id="11" name="slot.process-step.2.body"/>
          <p:cNvSpPr txBox="1"/>
          <p:nvPr/>
        </p:nvSpPr>
        <p:spPr>
          <a:xfrm>
            <a:off x="2766974" y="2331720"/>
            <a:ext cx="2108606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what happens in this step of the process.</a:t>
            </a:r>
          </a:p>
        </p:txBody>
      </p:sp>
      <p:sp>
        <p:nvSpPr>
          <p:cNvPr id="12" name="decor"/>
          <p:cNvSpPr/>
          <p:nvPr/>
        </p:nvSpPr>
        <p:spPr>
          <a:xfrm>
            <a:off x="2766974" y="1325880"/>
            <a:ext cx="384048" cy="384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2</a:t>
            </a:r>
          </a:p>
        </p:txBody>
      </p:sp>
      <p:sp>
        <p:nvSpPr>
          <p:cNvPr id="13" name="slot.process-step.3.title"/>
          <p:cNvSpPr/>
          <p:nvPr/>
        </p:nvSpPr>
        <p:spPr>
          <a:xfrm>
            <a:off x="4985308" y="1554480"/>
            <a:ext cx="2108606" cy="566928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accent1"/>
                </a:solidFill>
                <a:latin typeface="Arial"/>
              </a:rPr>
              <a:t>Step 3</a:t>
            </a:r>
          </a:p>
        </p:txBody>
      </p:sp>
      <p:sp>
        <p:nvSpPr>
          <p:cNvPr id="14" name="slot.process-step.3.body"/>
          <p:cNvSpPr txBox="1"/>
          <p:nvPr/>
        </p:nvSpPr>
        <p:spPr>
          <a:xfrm>
            <a:off x="4985308" y="2331720"/>
            <a:ext cx="2108606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what happens in this step of the process.</a:t>
            </a:r>
          </a:p>
        </p:txBody>
      </p:sp>
      <p:sp>
        <p:nvSpPr>
          <p:cNvPr id="15" name="decor"/>
          <p:cNvSpPr/>
          <p:nvPr/>
        </p:nvSpPr>
        <p:spPr>
          <a:xfrm>
            <a:off x="4985308" y="1325880"/>
            <a:ext cx="384048" cy="384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3</a:t>
            </a:r>
          </a:p>
        </p:txBody>
      </p:sp>
      <p:sp>
        <p:nvSpPr>
          <p:cNvPr id="16" name="slot.process-step.4.title"/>
          <p:cNvSpPr/>
          <p:nvPr/>
        </p:nvSpPr>
        <p:spPr>
          <a:xfrm>
            <a:off x="7203643" y="1554480"/>
            <a:ext cx="2108606" cy="566928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accent1"/>
                </a:solidFill>
                <a:latin typeface="Arial"/>
              </a:rPr>
              <a:t>Step 4</a:t>
            </a:r>
          </a:p>
        </p:txBody>
      </p:sp>
      <p:sp>
        <p:nvSpPr>
          <p:cNvPr id="17" name="slot.process-step.4.body"/>
          <p:cNvSpPr txBox="1"/>
          <p:nvPr/>
        </p:nvSpPr>
        <p:spPr>
          <a:xfrm>
            <a:off x="7203643" y="2331720"/>
            <a:ext cx="2108606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what happens in this step of the process.</a:t>
            </a:r>
          </a:p>
        </p:txBody>
      </p:sp>
      <p:sp>
        <p:nvSpPr>
          <p:cNvPr id="18" name="decor"/>
          <p:cNvSpPr/>
          <p:nvPr/>
        </p:nvSpPr>
        <p:spPr>
          <a:xfrm>
            <a:off x="7203643" y="1325880"/>
            <a:ext cx="384048" cy="384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4</a:t>
            </a:r>
          </a:p>
        </p:txBody>
      </p:sp>
      <p:sp>
        <p:nvSpPr>
          <p:cNvPr id="19" name="slot.process-step.5.title"/>
          <p:cNvSpPr/>
          <p:nvPr/>
        </p:nvSpPr>
        <p:spPr>
          <a:xfrm>
            <a:off x="9421977" y="1554480"/>
            <a:ext cx="2108606" cy="566928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accent1"/>
                </a:solidFill>
                <a:latin typeface="Arial"/>
              </a:rPr>
              <a:t>Step 5</a:t>
            </a:r>
          </a:p>
        </p:txBody>
      </p:sp>
      <p:sp>
        <p:nvSpPr>
          <p:cNvPr id="20" name="slot.process-step.5.body"/>
          <p:cNvSpPr txBox="1"/>
          <p:nvPr/>
        </p:nvSpPr>
        <p:spPr>
          <a:xfrm>
            <a:off x="9421977" y="2331720"/>
            <a:ext cx="2108606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what happens in this step of the process.</a:t>
            </a:r>
          </a:p>
        </p:txBody>
      </p:sp>
      <p:sp>
        <p:nvSpPr>
          <p:cNvPr id="21" name="decor"/>
          <p:cNvSpPr/>
          <p:nvPr/>
        </p:nvSpPr>
        <p:spPr>
          <a:xfrm>
            <a:off x="9421977" y="1325880"/>
            <a:ext cx="384048" cy="384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sp>
        <p:nvSpPr>
          <p:cNvPr id="7" name="slot.kpi.1.value"/>
          <p:cNvSpPr txBox="1"/>
          <p:nvPr/>
        </p:nvSpPr>
        <p:spPr>
          <a:xfrm>
            <a:off x="548640" y="1920240"/>
            <a:ext cx="342259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chemeClr val="accent2"/>
                </a:solidFill>
                <a:latin typeface="Arial"/>
              </a:rPr>
              <a:t>42%</a:t>
            </a:r>
          </a:p>
        </p:txBody>
      </p:sp>
      <p:sp>
        <p:nvSpPr>
          <p:cNvPr id="8" name="slot.kpi.1.label"/>
          <p:cNvSpPr txBox="1"/>
          <p:nvPr/>
        </p:nvSpPr>
        <p:spPr>
          <a:xfrm>
            <a:off x="548640" y="2788920"/>
            <a:ext cx="342259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chemeClr val="dk1"/>
                </a:solidFill>
                <a:latin typeface="Arial"/>
              </a:rPr>
              <a:t>Metric label</a:t>
            </a:r>
          </a:p>
        </p:txBody>
      </p:sp>
      <p:sp>
        <p:nvSpPr>
          <p:cNvPr id="9" name="slot.kpi.1.body"/>
          <p:cNvSpPr txBox="1"/>
          <p:nvPr/>
        </p:nvSpPr>
        <p:spPr>
          <a:xfrm>
            <a:off x="548640" y="3291840"/>
            <a:ext cx="3422599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chemeClr val="dk1"/>
                </a:solidFill>
                <a:latin typeface="Arial"/>
              </a:rPr>
              <a:t>Short supporting detail for the metric.</a:t>
            </a:r>
          </a:p>
        </p:txBody>
      </p:sp>
      <p:sp>
        <p:nvSpPr>
          <p:cNvPr id="10" name="decor"/>
          <p:cNvSpPr/>
          <p:nvPr/>
        </p:nvSpPr>
        <p:spPr>
          <a:xfrm>
            <a:off x="4035247" y="1920240"/>
            <a:ext cx="27432" cy="38404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11" name="slot.kpi.2.value"/>
          <p:cNvSpPr txBox="1"/>
          <p:nvPr/>
        </p:nvSpPr>
        <p:spPr>
          <a:xfrm>
            <a:off x="4245559" y="1920240"/>
            <a:ext cx="342259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chemeClr val="accent2"/>
                </a:solidFill>
                <a:latin typeface="Arial"/>
              </a:rPr>
              <a:t>42%</a:t>
            </a:r>
          </a:p>
        </p:txBody>
      </p:sp>
      <p:sp>
        <p:nvSpPr>
          <p:cNvPr id="12" name="slot.kpi.2.label"/>
          <p:cNvSpPr txBox="1"/>
          <p:nvPr/>
        </p:nvSpPr>
        <p:spPr>
          <a:xfrm>
            <a:off x="4245559" y="2788920"/>
            <a:ext cx="342259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chemeClr val="dk1"/>
                </a:solidFill>
                <a:latin typeface="Arial"/>
              </a:rPr>
              <a:t>Metric label</a:t>
            </a:r>
          </a:p>
        </p:txBody>
      </p:sp>
      <p:sp>
        <p:nvSpPr>
          <p:cNvPr id="13" name="slot.kpi.2.body"/>
          <p:cNvSpPr txBox="1"/>
          <p:nvPr/>
        </p:nvSpPr>
        <p:spPr>
          <a:xfrm>
            <a:off x="4245559" y="3291840"/>
            <a:ext cx="3422599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chemeClr val="dk1"/>
                </a:solidFill>
                <a:latin typeface="Arial"/>
              </a:rPr>
              <a:t>Short supporting detail for the metric.</a:t>
            </a:r>
          </a:p>
        </p:txBody>
      </p:sp>
      <p:sp>
        <p:nvSpPr>
          <p:cNvPr id="14" name="decor"/>
          <p:cNvSpPr/>
          <p:nvPr/>
        </p:nvSpPr>
        <p:spPr>
          <a:xfrm>
            <a:off x="7732166" y="1920240"/>
            <a:ext cx="27432" cy="38404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15" name="slot.kpi.3.value"/>
          <p:cNvSpPr txBox="1"/>
          <p:nvPr/>
        </p:nvSpPr>
        <p:spPr>
          <a:xfrm>
            <a:off x="7943392" y="1920240"/>
            <a:ext cx="342259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chemeClr val="accent2"/>
                </a:solidFill>
                <a:latin typeface="Arial"/>
              </a:rPr>
              <a:t>42%</a:t>
            </a:r>
          </a:p>
        </p:txBody>
      </p:sp>
      <p:sp>
        <p:nvSpPr>
          <p:cNvPr id="16" name="slot.kpi.3.label"/>
          <p:cNvSpPr txBox="1"/>
          <p:nvPr/>
        </p:nvSpPr>
        <p:spPr>
          <a:xfrm>
            <a:off x="7943392" y="2788920"/>
            <a:ext cx="342259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chemeClr val="dk1"/>
                </a:solidFill>
                <a:latin typeface="Arial"/>
              </a:rPr>
              <a:t>Metric label</a:t>
            </a:r>
          </a:p>
        </p:txBody>
      </p:sp>
      <p:sp>
        <p:nvSpPr>
          <p:cNvPr id="17" name="slot.kpi.3.body"/>
          <p:cNvSpPr txBox="1"/>
          <p:nvPr/>
        </p:nvSpPr>
        <p:spPr>
          <a:xfrm>
            <a:off x="7943392" y="3291840"/>
            <a:ext cx="3422599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chemeClr val="dk1"/>
                </a:solidFill>
                <a:latin typeface="Arial"/>
              </a:rPr>
              <a:t>Short supporting detail for the metric.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sp>
        <p:nvSpPr>
          <p:cNvPr id="7" name="slot.kpi.1.value"/>
          <p:cNvSpPr txBox="1"/>
          <p:nvPr/>
        </p:nvSpPr>
        <p:spPr>
          <a:xfrm>
            <a:off x="548640" y="1920240"/>
            <a:ext cx="24990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chemeClr val="accent2"/>
                </a:solidFill>
                <a:latin typeface="Arial"/>
              </a:rPr>
              <a:t>42%</a:t>
            </a:r>
          </a:p>
        </p:txBody>
      </p:sp>
      <p:sp>
        <p:nvSpPr>
          <p:cNvPr id="8" name="slot.kpi.1.label"/>
          <p:cNvSpPr txBox="1"/>
          <p:nvPr/>
        </p:nvSpPr>
        <p:spPr>
          <a:xfrm>
            <a:off x="548640" y="2788920"/>
            <a:ext cx="24990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chemeClr val="dk1"/>
                </a:solidFill>
                <a:latin typeface="Arial"/>
              </a:rPr>
              <a:t>Metric label</a:t>
            </a:r>
          </a:p>
        </p:txBody>
      </p:sp>
      <p:sp>
        <p:nvSpPr>
          <p:cNvPr id="9" name="slot.kpi.1.body"/>
          <p:cNvSpPr txBox="1"/>
          <p:nvPr/>
        </p:nvSpPr>
        <p:spPr>
          <a:xfrm>
            <a:off x="548640" y="3291840"/>
            <a:ext cx="2499055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chemeClr val="dk1"/>
                </a:solidFill>
                <a:latin typeface="Arial"/>
              </a:rPr>
              <a:t>Short supporting detail for the metric.</a:t>
            </a:r>
          </a:p>
        </p:txBody>
      </p:sp>
      <p:sp>
        <p:nvSpPr>
          <p:cNvPr id="10" name="decor"/>
          <p:cNvSpPr/>
          <p:nvPr/>
        </p:nvSpPr>
        <p:spPr>
          <a:xfrm>
            <a:off x="3111703" y="1920240"/>
            <a:ext cx="27432" cy="38404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11" name="slot.kpi.2.value"/>
          <p:cNvSpPr txBox="1"/>
          <p:nvPr/>
        </p:nvSpPr>
        <p:spPr>
          <a:xfrm>
            <a:off x="3322015" y="1920240"/>
            <a:ext cx="24990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chemeClr val="accent2"/>
                </a:solidFill>
                <a:latin typeface="Arial"/>
              </a:rPr>
              <a:t>42%</a:t>
            </a:r>
          </a:p>
        </p:txBody>
      </p:sp>
      <p:sp>
        <p:nvSpPr>
          <p:cNvPr id="12" name="slot.kpi.2.label"/>
          <p:cNvSpPr txBox="1"/>
          <p:nvPr/>
        </p:nvSpPr>
        <p:spPr>
          <a:xfrm>
            <a:off x="3322015" y="2788920"/>
            <a:ext cx="24990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chemeClr val="dk1"/>
                </a:solidFill>
                <a:latin typeface="Arial"/>
              </a:rPr>
              <a:t>Metric label</a:t>
            </a:r>
          </a:p>
        </p:txBody>
      </p:sp>
      <p:sp>
        <p:nvSpPr>
          <p:cNvPr id="13" name="slot.kpi.2.body"/>
          <p:cNvSpPr txBox="1"/>
          <p:nvPr/>
        </p:nvSpPr>
        <p:spPr>
          <a:xfrm>
            <a:off x="3322015" y="3291840"/>
            <a:ext cx="2499055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chemeClr val="dk1"/>
                </a:solidFill>
                <a:latin typeface="Arial"/>
              </a:rPr>
              <a:t>Short supporting detail for the metric.</a:t>
            </a:r>
          </a:p>
        </p:txBody>
      </p:sp>
      <p:sp>
        <p:nvSpPr>
          <p:cNvPr id="14" name="decor"/>
          <p:cNvSpPr/>
          <p:nvPr/>
        </p:nvSpPr>
        <p:spPr>
          <a:xfrm>
            <a:off x="5885078" y="1920240"/>
            <a:ext cx="27432" cy="38404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15" name="slot.kpi.3.value"/>
          <p:cNvSpPr txBox="1"/>
          <p:nvPr/>
        </p:nvSpPr>
        <p:spPr>
          <a:xfrm>
            <a:off x="6094476" y="1920240"/>
            <a:ext cx="24990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chemeClr val="accent2"/>
                </a:solidFill>
                <a:latin typeface="Arial"/>
              </a:rPr>
              <a:t>42%</a:t>
            </a:r>
          </a:p>
        </p:txBody>
      </p:sp>
      <p:sp>
        <p:nvSpPr>
          <p:cNvPr id="16" name="slot.kpi.3.label"/>
          <p:cNvSpPr txBox="1"/>
          <p:nvPr/>
        </p:nvSpPr>
        <p:spPr>
          <a:xfrm>
            <a:off x="6094476" y="2788920"/>
            <a:ext cx="24990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chemeClr val="dk1"/>
                </a:solidFill>
                <a:latin typeface="Arial"/>
              </a:rPr>
              <a:t>Metric label</a:t>
            </a:r>
          </a:p>
        </p:txBody>
      </p:sp>
      <p:sp>
        <p:nvSpPr>
          <p:cNvPr id="17" name="slot.kpi.3.body"/>
          <p:cNvSpPr txBox="1"/>
          <p:nvPr/>
        </p:nvSpPr>
        <p:spPr>
          <a:xfrm>
            <a:off x="6094476" y="3291840"/>
            <a:ext cx="2499055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chemeClr val="dk1"/>
                </a:solidFill>
                <a:latin typeface="Arial"/>
              </a:rPr>
              <a:t>Short supporting detail for the metric.</a:t>
            </a:r>
          </a:p>
        </p:txBody>
      </p:sp>
      <p:sp>
        <p:nvSpPr>
          <p:cNvPr id="18" name="decor"/>
          <p:cNvSpPr/>
          <p:nvPr/>
        </p:nvSpPr>
        <p:spPr>
          <a:xfrm>
            <a:off x="8657539" y="1920240"/>
            <a:ext cx="27432" cy="38404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19" name="slot.kpi.4.value"/>
          <p:cNvSpPr txBox="1"/>
          <p:nvPr/>
        </p:nvSpPr>
        <p:spPr>
          <a:xfrm>
            <a:off x="8866936" y="1920240"/>
            <a:ext cx="24990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chemeClr val="accent2"/>
                </a:solidFill>
                <a:latin typeface="Arial"/>
              </a:rPr>
              <a:t>42%</a:t>
            </a:r>
          </a:p>
        </p:txBody>
      </p:sp>
      <p:sp>
        <p:nvSpPr>
          <p:cNvPr id="20" name="slot.kpi.4.label"/>
          <p:cNvSpPr txBox="1"/>
          <p:nvPr/>
        </p:nvSpPr>
        <p:spPr>
          <a:xfrm>
            <a:off x="8866936" y="2788920"/>
            <a:ext cx="24990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chemeClr val="dk1"/>
                </a:solidFill>
                <a:latin typeface="Arial"/>
              </a:rPr>
              <a:t>Metric label</a:t>
            </a:r>
          </a:p>
        </p:txBody>
      </p:sp>
      <p:sp>
        <p:nvSpPr>
          <p:cNvPr id="21" name="slot.kpi.4.body"/>
          <p:cNvSpPr txBox="1"/>
          <p:nvPr/>
        </p:nvSpPr>
        <p:spPr>
          <a:xfrm>
            <a:off x="8866936" y="3291840"/>
            <a:ext cx="2499055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chemeClr val="dk1"/>
                </a:solidFill>
                <a:latin typeface="Arial"/>
              </a:rPr>
              <a:t>Short supporting detail for the metric.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sp>
        <p:nvSpPr>
          <p:cNvPr id="7" name="slot.kpi.1.value"/>
          <p:cNvSpPr txBox="1"/>
          <p:nvPr/>
        </p:nvSpPr>
        <p:spPr>
          <a:xfrm>
            <a:off x="548640" y="1920240"/>
            <a:ext cx="194401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chemeClr val="accent2"/>
                </a:solidFill>
                <a:latin typeface="Arial"/>
              </a:rPr>
              <a:t>42%</a:t>
            </a:r>
          </a:p>
        </p:txBody>
      </p:sp>
      <p:sp>
        <p:nvSpPr>
          <p:cNvPr id="8" name="slot.kpi.1.label"/>
          <p:cNvSpPr txBox="1"/>
          <p:nvPr/>
        </p:nvSpPr>
        <p:spPr>
          <a:xfrm>
            <a:off x="548640" y="2788920"/>
            <a:ext cx="194401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chemeClr val="dk1"/>
                </a:solidFill>
                <a:latin typeface="Arial"/>
              </a:rPr>
              <a:t>Metric label</a:t>
            </a:r>
          </a:p>
        </p:txBody>
      </p:sp>
      <p:sp>
        <p:nvSpPr>
          <p:cNvPr id="9" name="slot.kpi.1.body"/>
          <p:cNvSpPr txBox="1"/>
          <p:nvPr/>
        </p:nvSpPr>
        <p:spPr>
          <a:xfrm>
            <a:off x="548640" y="3291840"/>
            <a:ext cx="194401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chemeClr val="dk1"/>
                </a:solidFill>
                <a:latin typeface="Arial"/>
              </a:rPr>
              <a:t>Short supporting detail for the metric.</a:t>
            </a:r>
          </a:p>
        </p:txBody>
      </p:sp>
      <p:sp>
        <p:nvSpPr>
          <p:cNvPr id="10" name="decor"/>
          <p:cNvSpPr/>
          <p:nvPr/>
        </p:nvSpPr>
        <p:spPr>
          <a:xfrm>
            <a:off x="2556662" y="1920240"/>
            <a:ext cx="27432" cy="38404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11" name="slot.kpi.2.value"/>
          <p:cNvSpPr txBox="1"/>
          <p:nvPr/>
        </p:nvSpPr>
        <p:spPr>
          <a:xfrm>
            <a:off x="2766974" y="1920240"/>
            <a:ext cx="194401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chemeClr val="accent2"/>
                </a:solidFill>
                <a:latin typeface="Arial"/>
              </a:rPr>
              <a:t>42%</a:t>
            </a:r>
          </a:p>
        </p:txBody>
      </p:sp>
      <p:sp>
        <p:nvSpPr>
          <p:cNvPr id="12" name="slot.kpi.2.label"/>
          <p:cNvSpPr txBox="1"/>
          <p:nvPr/>
        </p:nvSpPr>
        <p:spPr>
          <a:xfrm>
            <a:off x="2766974" y="2788920"/>
            <a:ext cx="194401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chemeClr val="dk1"/>
                </a:solidFill>
                <a:latin typeface="Arial"/>
              </a:rPr>
              <a:t>Metric label</a:t>
            </a:r>
          </a:p>
        </p:txBody>
      </p:sp>
      <p:sp>
        <p:nvSpPr>
          <p:cNvPr id="13" name="slot.kpi.2.body"/>
          <p:cNvSpPr txBox="1"/>
          <p:nvPr/>
        </p:nvSpPr>
        <p:spPr>
          <a:xfrm>
            <a:off x="2766974" y="3291840"/>
            <a:ext cx="194401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chemeClr val="dk1"/>
                </a:solidFill>
                <a:latin typeface="Arial"/>
              </a:rPr>
              <a:t>Short supporting detail for the metric.</a:t>
            </a:r>
          </a:p>
        </p:txBody>
      </p:sp>
      <p:sp>
        <p:nvSpPr>
          <p:cNvPr id="14" name="decor"/>
          <p:cNvSpPr/>
          <p:nvPr/>
        </p:nvSpPr>
        <p:spPr>
          <a:xfrm>
            <a:off x="4774996" y="1920240"/>
            <a:ext cx="27432" cy="38404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15" name="slot.kpi.3.value"/>
          <p:cNvSpPr txBox="1"/>
          <p:nvPr/>
        </p:nvSpPr>
        <p:spPr>
          <a:xfrm>
            <a:off x="4985308" y="1920240"/>
            <a:ext cx="194401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chemeClr val="accent2"/>
                </a:solidFill>
                <a:latin typeface="Arial"/>
              </a:rPr>
              <a:t>42%</a:t>
            </a:r>
          </a:p>
        </p:txBody>
      </p:sp>
      <p:sp>
        <p:nvSpPr>
          <p:cNvPr id="16" name="slot.kpi.3.label"/>
          <p:cNvSpPr txBox="1"/>
          <p:nvPr/>
        </p:nvSpPr>
        <p:spPr>
          <a:xfrm>
            <a:off x="4985308" y="2788920"/>
            <a:ext cx="194401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chemeClr val="dk1"/>
                </a:solidFill>
                <a:latin typeface="Arial"/>
              </a:rPr>
              <a:t>Metric label</a:t>
            </a:r>
          </a:p>
        </p:txBody>
      </p:sp>
      <p:sp>
        <p:nvSpPr>
          <p:cNvPr id="17" name="slot.kpi.3.body"/>
          <p:cNvSpPr txBox="1"/>
          <p:nvPr/>
        </p:nvSpPr>
        <p:spPr>
          <a:xfrm>
            <a:off x="4985308" y="3291840"/>
            <a:ext cx="194401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chemeClr val="dk1"/>
                </a:solidFill>
                <a:latin typeface="Arial"/>
              </a:rPr>
              <a:t>Short supporting detail for the metric.</a:t>
            </a:r>
          </a:p>
        </p:txBody>
      </p:sp>
      <p:sp>
        <p:nvSpPr>
          <p:cNvPr id="18" name="decor"/>
          <p:cNvSpPr/>
          <p:nvPr/>
        </p:nvSpPr>
        <p:spPr>
          <a:xfrm>
            <a:off x="6993331" y="1920240"/>
            <a:ext cx="27432" cy="38404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19" name="slot.kpi.4.value"/>
          <p:cNvSpPr txBox="1"/>
          <p:nvPr/>
        </p:nvSpPr>
        <p:spPr>
          <a:xfrm>
            <a:off x="7203643" y="1920240"/>
            <a:ext cx="194401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chemeClr val="accent2"/>
                </a:solidFill>
                <a:latin typeface="Arial"/>
              </a:rPr>
              <a:t>42%</a:t>
            </a:r>
          </a:p>
        </p:txBody>
      </p:sp>
      <p:sp>
        <p:nvSpPr>
          <p:cNvPr id="20" name="slot.kpi.4.label"/>
          <p:cNvSpPr txBox="1"/>
          <p:nvPr/>
        </p:nvSpPr>
        <p:spPr>
          <a:xfrm>
            <a:off x="7203643" y="2788920"/>
            <a:ext cx="194401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chemeClr val="dk1"/>
                </a:solidFill>
                <a:latin typeface="Arial"/>
              </a:rPr>
              <a:t>Metric label</a:t>
            </a:r>
          </a:p>
        </p:txBody>
      </p:sp>
      <p:sp>
        <p:nvSpPr>
          <p:cNvPr id="21" name="slot.kpi.4.body"/>
          <p:cNvSpPr txBox="1"/>
          <p:nvPr/>
        </p:nvSpPr>
        <p:spPr>
          <a:xfrm>
            <a:off x="7203643" y="3291840"/>
            <a:ext cx="194401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chemeClr val="dk1"/>
                </a:solidFill>
                <a:latin typeface="Arial"/>
              </a:rPr>
              <a:t>Short supporting detail for the metric.</a:t>
            </a:r>
          </a:p>
        </p:txBody>
      </p:sp>
      <p:sp>
        <p:nvSpPr>
          <p:cNvPr id="22" name="decor"/>
          <p:cNvSpPr/>
          <p:nvPr/>
        </p:nvSpPr>
        <p:spPr>
          <a:xfrm>
            <a:off x="9211665" y="1920240"/>
            <a:ext cx="27432" cy="38404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23" name="slot.kpi.5.value"/>
          <p:cNvSpPr txBox="1"/>
          <p:nvPr/>
        </p:nvSpPr>
        <p:spPr>
          <a:xfrm>
            <a:off x="9421977" y="1920240"/>
            <a:ext cx="194401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chemeClr val="accent2"/>
                </a:solidFill>
                <a:latin typeface="Arial"/>
              </a:rPr>
              <a:t>42%</a:t>
            </a:r>
          </a:p>
        </p:txBody>
      </p:sp>
      <p:sp>
        <p:nvSpPr>
          <p:cNvPr id="24" name="slot.kpi.5.label"/>
          <p:cNvSpPr txBox="1"/>
          <p:nvPr/>
        </p:nvSpPr>
        <p:spPr>
          <a:xfrm>
            <a:off x="9421977" y="2788920"/>
            <a:ext cx="194401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chemeClr val="dk1"/>
                </a:solidFill>
                <a:latin typeface="Arial"/>
              </a:rPr>
              <a:t>Metric label</a:t>
            </a:r>
          </a:p>
        </p:txBody>
      </p:sp>
      <p:sp>
        <p:nvSpPr>
          <p:cNvPr id="25" name="slot.kpi.5.body"/>
          <p:cNvSpPr txBox="1"/>
          <p:nvPr/>
        </p:nvSpPr>
        <p:spPr>
          <a:xfrm>
            <a:off x="9421977" y="3291840"/>
            <a:ext cx="194401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chemeClr val="dk1"/>
                </a:solidFill>
                <a:latin typeface="Arial"/>
              </a:rPr>
              <a:t>Short supporting detail for the metric.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sp>
        <p:nvSpPr>
          <p:cNvPr id="7" name="slot.funnel-stage.1.title"/>
          <p:cNvSpPr/>
          <p:nvPr/>
        </p:nvSpPr>
        <p:spPr>
          <a:xfrm>
            <a:off x="640080" y="1463040"/>
            <a:ext cx="6766560" cy="1389888"/>
          </a:xfrm>
          <a:prstGeom prst="trapezoid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Stage 1</a:t>
            </a:r>
          </a:p>
        </p:txBody>
      </p:sp>
      <p:sp>
        <p:nvSpPr>
          <p:cNvPr id="8" name="slot.funnel-stage.1.body"/>
          <p:cNvSpPr txBox="1"/>
          <p:nvPr/>
        </p:nvSpPr>
        <p:spPr>
          <a:xfrm>
            <a:off x="7589520" y="1463040"/>
            <a:ext cx="4023360" cy="1389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Conversion / detail for this stage.</a:t>
            </a:r>
          </a:p>
        </p:txBody>
      </p:sp>
      <p:sp>
        <p:nvSpPr>
          <p:cNvPr id="9" name="slot.funnel-stage.2.title"/>
          <p:cNvSpPr/>
          <p:nvPr/>
        </p:nvSpPr>
        <p:spPr>
          <a:xfrm>
            <a:off x="1079906" y="3017520"/>
            <a:ext cx="5886907" cy="1389888"/>
          </a:xfrm>
          <a:prstGeom prst="trapezoid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Stage 2</a:t>
            </a:r>
          </a:p>
        </p:txBody>
      </p:sp>
      <p:sp>
        <p:nvSpPr>
          <p:cNvPr id="10" name="slot.funnel-stage.2.body"/>
          <p:cNvSpPr txBox="1"/>
          <p:nvPr/>
        </p:nvSpPr>
        <p:spPr>
          <a:xfrm>
            <a:off x="7589520" y="3017520"/>
            <a:ext cx="4023360" cy="1389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Conversion / detail for this stage.</a:t>
            </a:r>
          </a:p>
        </p:txBody>
      </p:sp>
      <p:sp>
        <p:nvSpPr>
          <p:cNvPr id="11" name="slot.funnel-stage.3.title"/>
          <p:cNvSpPr/>
          <p:nvPr/>
        </p:nvSpPr>
        <p:spPr>
          <a:xfrm>
            <a:off x="1519732" y="4572000"/>
            <a:ext cx="5007254" cy="1389888"/>
          </a:xfrm>
          <a:prstGeom prst="trapezoid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Stage 3</a:t>
            </a:r>
          </a:p>
        </p:txBody>
      </p:sp>
      <p:sp>
        <p:nvSpPr>
          <p:cNvPr id="12" name="slot.funnel-stage.3.body"/>
          <p:cNvSpPr txBox="1"/>
          <p:nvPr/>
        </p:nvSpPr>
        <p:spPr>
          <a:xfrm>
            <a:off x="7589520" y="4572000"/>
            <a:ext cx="4023360" cy="1389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Conversion / detail for this stage.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sp>
        <p:nvSpPr>
          <p:cNvPr id="7" name="slot.funnel-stage.1.title"/>
          <p:cNvSpPr/>
          <p:nvPr/>
        </p:nvSpPr>
        <p:spPr>
          <a:xfrm>
            <a:off x="640080" y="1463040"/>
            <a:ext cx="6766560" cy="1001268"/>
          </a:xfrm>
          <a:prstGeom prst="trapezoid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Stage 1</a:t>
            </a:r>
          </a:p>
        </p:txBody>
      </p:sp>
      <p:sp>
        <p:nvSpPr>
          <p:cNvPr id="8" name="slot.funnel-stage.1.body"/>
          <p:cNvSpPr txBox="1"/>
          <p:nvPr/>
        </p:nvSpPr>
        <p:spPr>
          <a:xfrm>
            <a:off x="7589520" y="1463040"/>
            <a:ext cx="4023360" cy="10012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Conversion / detail for this stage.</a:t>
            </a:r>
          </a:p>
        </p:txBody>
      </p:sp>
      <p:sp>
        <p:nvSpPr>
          <p:cNvPr id="9" name="slot.funnel-stage.2.title"/>
          <p:cNvSpPr/>
          <p:nvPr/>
        </p:nvSpPr>
        <p:spPr>
          <a:xfrm>
            <a:off x="1079906" y="2628900"/>
            <a:ext cx="5886907" cy="1001268"/>
          </a:xfrm>
          <a:prstGeom prst="trapezoid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Stage 2</a:t>
            </a:r>
          </a:p>
        </p:txBody>
      </p:sp>
      <p:sp>
        <p:nvSpPr>
          <p:cNvPr id="10" name="slot.funnel-stage.2.body"/>
          <p:cNvSpPr txBox="1"/>
          <p:nvPr/>
        </p:nvSpPr>
        <p:spPr>
          <a:xfrm>
            <a:off x="7589520" y="2628900"/>
            <a:ext cx="4023360" cy="10012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Conversion / detail for this stage.</a:t>
            </a:r>
          </a:p>
        </p:txBody>
      </p:sp>
      <p:sp>
        <p:nvSpPr>
          <p:cNvPr id="11" name="slot.funnel-stage.3.title"/>
          <p:cNvSpPr/>
          <p:nvPr/>
        </p:nvSpPr>
        <p:spPr>
          <a:xfrm>
            <a:off x="1519732" y="3794760"/>
            <a:ext cx="5007254" cy="1001268"/>
          </a:xfrm>
          <a:prstGeom prst="trapezoid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Stage 3</a:t>
            </a:r>
          </a:p>
        </p:txBody>
      </p:sp>
      <p:sp>
        <p:nvSpPr>
          <p:cNvPr id="12" name="slot.funnel-stage.3.body"/>
          <p:cNvSpPr txBox="1"/>
          <p:nvPr/>
        </p:nvSpPr>
        <p:spPr>
          <a:xfrm>
            <a:off x="7589520" y="3794760"/>
            <a:ext cx="4023360" cy="10012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Conversion / detail for this stage.</a:t>
            </a:r>
          </a:p>
        </p:txBody>
      </p:sp>
      <p:sp>
        <p:nvSpPr>
          <p:cNvPr id="13" name="slot.funnel-stage.4.title"/>
          <p:cNvSpPr/>
          <p:nvPr/>
        </p:nvSpPr>
        <p:spPr>
          <a:xfrm>
            <a:off x="1959559" y="4960620"/>
            <a:ext cx="4127601" cy="1001268"/>
          </a:xfrm>
          <a:prstGeom prst="trapezoid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Stage 4</a:t>
            </a:r>
          </a:p>
        </p:txBody>
      </p:sp>
      <p:sp>
        <p:nvSpPr>
          <p:cNvPr id="14" name="slot.funnel-stage.4.body"/>
          <p:cNvSpPr txBox="1"/>
          <p:nvPr/>
        </p:nvSpPr>
        <p:spPr>
          <a:xfrm>
            <a:off x="7589520" y="4960620"/>
            <a:ext cx="4023360" cy="10012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Conversion / detail for this stage.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sp>
        <p:nvSpPr>
          <p:cNvPr id="7" name="slot.funnel-stage.1.title"/>
          <p:cNvSpPr/>
          <p:nvPr/>
        </p:nvSpPr>
        <p:spPr>
          <a:xfrm>
            <a:off x="640080" y="1463040"/>
            <a:ext cx="6766560" cy="768096"/>
          </a:xfrm>
          <a:prstGeom prst="trapezoid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Stage 1</a:t>
            </a:r>
          </a:p>
        </p:txBody>
      </p:sp>
      <p:sp>
        <p:nvSpPr>
          <p:cNvPr id="8" name="slot.funnel-stage.1.body"/>
          <p:cNvSpPr txBox="1"/>
          <p:nvPr/>
        </p:nvSpPr>
        <p:spPr>
          <a:xfrm>
            <a:off x="7589520" y="1463040"/>
            <a:ext cx="402336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Conversion / detail for this stage.</a:t>
            </a:r>
          </a:p>
        </p:txBody>
      </p:sp>
      <p:sp>
        <p:nvSpPr>
          <p:cNvPr id="9" name="slot.funnel-stage.2.title"/>
          <p:cNvSpPr/>
          <p:nvPr/>
        </p:nvSpPr>
        <p:spPr>
          <a:xfrm>
            <a:off x="1079906" y="2395728"/>
            <a:ext cx="5886907" cy="768096"/>
          </a:xfrm>
          <a:prstGeom prst="trapezoid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Stage 2</a:t>
            </a:r>
          </a:p>
        </p:txBody>
      </p:sp>
      <p:sp>
        <p:nvSpPr>
          <p:cNvPr id="10" name="slot.funnel-stage.2.body"/>
          <p:cNvSpPr txBox="1"/>
          <p:nvPr/>
        </p:nvSpPr>
        <p:spPr>
          <a:xfrm>
            <a:off x="7589520" y="2395728"/>
            <a:ext cx="402336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Conversion / detail for this stage.</a:t>
            </a:r>
          </a:p>
        </p:txBody>
      </p:sp>
      <p:sp>
        <p:nvSpPr>
          <p:cNvPr id="11" name="slot.funnel-stage.3.title"/>
          <p:cNvSpPr/>
          <p:nvPr/>
        </p:nvSpPr>
        <p:spPr>
          <a:xfrm>
            <a:off x="1519732" y="3328416"/>
            <a:ext cx="5007254" cy="768096"/>
          </a:xfrm>
          <a:prstGeom prst="trapezoid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Stage 3</a:t>
            </a:r>
          </a:p>
        </p:txBody>
      </p:sp>
      <p:sp>
        <p:nvSpPr>
          <p:cNvPr id="12" name="slot.funnel-stage.3.body"/>
          <p:cNvSpPr txBox="1"/>
          <p:nvPr/>
        </p:nvSpPr>
        <p:spPr>
          <a:xfrm>
            <a:off x="7589520" y="3328416"/>
            <a:ext cx="402336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Conversion / detail for this stage.</a:t>
            </a:r>
          </a:p>
        </p:txBody>
      </p:sp>
      <p:sp>
        <p:nvSpPr>
          <p:cNvPr id="13" name="slot.funnel-stage.4.title"/>
          <p:cNvSpPr/>
          <p:nvPr/>
        </p:nvSpPr>
        <p:spPr>
          <a:xfrm>
            <a:off x="1959559" y="4261104"/>
            <a:ext cx="4127601" cy="768096"/>
          </a:xfrm>
          <a:prstGeom prst="trapezoid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Stage 4</a:t>
            </a:r>
          </a:p>
        </p:txBody>
      </p:sp>
      <p:sp>
        <p:nvSpPr>
          <p:cNvPr id="14" name="slot.funnel-stage.4.body"/>
          <p:cNvSpPr txBox="1"/>
          <p:nvPr/>
        </p:nvSpPr>
        <p:spPr>
          <a:xfrm>
            <a:off x="7589520" y="4261104"/>
            <a:ext cx="402336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Conversion / detail for this stage.</a:t>
            </a:r>
          </a:p>
        </p:txBody>
      </p:sp>
      <p:sp>
        <p:nvSpPr>
          <p:cNvPr id="15" name="slot.funnel-stage.5.title"/>
          <p:cNvSpPr/>
          <p:nvPr/>
        </p:nvSpPr>
        <p:spPr>
          <a:xfrm>
            <a:off x="2399385" y="5193792"/>
            <a:ext cx="3247948" cy="768096"/>
          </a:xfrm>
          <a:prstGeom prst="trapezoid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Stage 5</a:t>
            </a:r>
          </a:p>
        </p:txBody>
      </p:sp>
      <p:sp>
        <p:nvSpPr>
          <p:cNvPr id="16" name="slot.funnel-stage.5.body"/>
          <p:cNvSpPr txBox="1"/>
          <p:nvPr/>
        </p:nvSpPr>
        <p:spPr>
          <a:xfrm>
            <a:off x="7589520" y="5193792"/>
            <a:ext cx="402336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Conversion / detail for this stage.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sp>
        <p:nvSpPr>
          <p:cNvPr id="7" name="decor"/>
          <p:cNvSpPr/>
          <p:nvPr/>
        </p:nvSpPr>
        <p:spPr>
          <a:xfrm>
            <a:off x="548640" y="1417320"/>
            <a:ext cx="502920" cy="50292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8" name="slot.feature.1.title"/>
          <p:cNvSpPr/>
          <p:nvPr/>
        </p:nvSpPr>
        <p:spPr>
          <a:xfrm>
            <a:off x="548640" y="2057400"/>
            <a:ext cx="34683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chemeClr val="lt1"/>
                </a:solidFill>
                <a:latin typeface="Arial"/>
              </a:rPr>
              <a:t>Feature 1</a:t>
            </a:r>
          </a:p>
        </p:txBody>
      </p:sp>
      <p:sp>
        <p:nvSpPr>
          <p:cNvPr id="9" name="slot.feature.1.body"/>
          <p:cNvSpPr txBox="1"/>
          <p:nvPr/>
        </p:nvSpPr>
        <p:spPr>
          <a:xfrm>
            <a:off x="548640" y="2651760"/>
            <a:ext cx="3468319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this feature, capability, or offering.</a:t>
            </a:r>
          </a:p>
        </p:txBody>
      </p:sp>
      <p:sp>
        <p:nvSpPr>
          <p:cNvPr id="10" name="decor"/>
          <p:cNvSpPr/>
          <p:nvPr/>
        </p:nvSpPr>
        <p:spPr>
          <a:xfrm>
            <a:off x="4245559" y="1417320"/>
            <a:ext cx="502920" cy="50292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11" name="slot.feature.2.title"/>
          <p:cNvSpPr/>
          <p:nvPr/>
        </p:nvSpPr>
        <p:spPr>
          <a:xfrm>
            <a:off x="4245559" y="2057400"/>
            <a:ext cx="34683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chemeClr val="lt1"/>
                </a:solidFill>
                <a:latin typeface="Arial"/>
              </a:rPr>
              <a:t>Feature 2</a:t>
            </a:r>
          </a:p>
        </p:txBody>
      </p:sp>
      <p:sp>
        <p:nvSpPr>
          <p:cNvPr id="12" name="slot.feature.2.body"/>
          <p:cNvSpPr txBox="1"/>
          <p:nvPr/>
        </p:nvSpPr>
        <p:spPr>
          <a:xfrm>
            <a:off x="4245559" y="2651760"/>
            <a:ext cx="3468319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this feature, capability, or offering.</a:t>
            </a:r>
          </a:p>
        </p:txBody>
      </p:sp>
      <p:sp>
        <p:nvSpPr>
          <p:cNvPr id="13" name="decor"/>
          <p:cNvSpPr/>
          <p:nvPr/>
        </p:nvSpPr>
        <p:spPr>
          <a:xfrm>
            <a:off x="7943392" y="1417320"/>
            <a:ext cx="502920" cy="50292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14" name="slot.feature.3.title"/>
          <p:cNvSpPr/>
          <p:nvPr/>
        </p:nvSpPr>
        <p:spPr>
          <a:xfrm>
            <a:off x="7943392" y="2057400"/>
            <a:ext cx="34683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chemeClr val="lt1"/>
                </a:solidFill>
                <a:latin typeface="Arial"/>
              </a:rPr>
              <a:t>Feature 3</a:t>
            </a:r>
          </a:p>
        </p:txBody>
      </p:sp>
      <p:sp>
        <p:nvSpPr>
          <p:cNvPr id="15" name="slot.feature.3.body"/>
          <p:cNvSpPr txBox="1"/>
          <p:nvPr/>
        </p:nvSpPr>
        <p:spPr>
          <a:xfrm>
            <a:off x="7943392" y="2651760"/>
            <a:ext cx="3468319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this feature, capability, or offering.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sp>
        <p:nvSpPr>
          <p:cNvPr id="7" name="decor"/>
          <p:cNvSpPr/>
          <p:nvPr/>
        </p:nvSpPr>
        <p:spPr>
          <a:xfrm>
            <a:off x="548640" y="1417320"/>
            <a:ext cx="502920" cy="50292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8" name="slot.feature.1.title"/>
          <p:cNvSpPr/>
          <p:nvPr/>
        </p:nvSpPr>
        <p:spPr>
          <a:xfrm>
            <a:off x="548640" y="2057400"/>
            <a:ext cx="254477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chemeClr val="lt1"/>
                </a:solidFill>
                <a:latin typeface="Arial"/>
              </a:rPr>
              <a:t>Feature 1</a:t>
            </a:r>
          </a:p>
        </p:txBody>
      </p:sp>
      <p:sp>
        <p:nvSpPr>
          <p:cNvPr id="9" name="slot.feature.1.body"/>
          <p:cNvSpPr txBox="1"/>
          <p:nvPr/>
        </p:nvSpPr>
        <p:spPr>
          <a:xfrm>
            <a:off x="548640" y="2651760"/>
            <a:ext cx="2544775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this feature, capability, or offering.</a:t>
            </a:r>
          </a:p>
        </p:txBody>
      </p:sp>
      <p:sp>
        <p:nvSpPr>
          <p:cNvPr id="10" name="decor"/>
          <p:cNvSpPr/>
          <p:nvPr/>
        </p:nvSpPr>
        <p:spPr>
          <a:xfrm>
            <a:off x="3322015" y="1417320"/>
            <a:ext cx="502920" cy="50292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11" name="slot.feature.2.title"/>
          <p:cNvSpPr/>
          <p:nvPr/>
        </p:nvSpPr>
        <p:spPr>
          <a:xfrm>
            <a:off x="3322015" y="2057400"/>
            <a:ext cx="254477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chemeClr val="lt1"/>
                </a:solidFill>
                <a:latin typeface="Arial"/>
              </a:rPr>
              <a:t>Feature 2</a:t>
            </a:r>
          </a:p>
        </p:txBody>
      </p:sp>
      <p:sp>
        <p:nvSpPr>
          <p:cNvPr id="12" name="slot.feature.2.body"/>
          <p:cNvSpPr txBox="1"/>
          <p:nvPr/>
        </p:nvSpPr>
        <p:spPr>
          <a:xfrm>
            <a:off x="3322015" y="2651760"/>
            <a:ext cx="2544775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this feature, capability, or offering.</a:t>
            </a:r>
          </a:p>
        </p:txBody>
      </p:sp>
      <p:sp>
        <p:nvSpPr>
          <p:cNvPr id="13" name="decor"/>
          <p:cNvSpPr/>
          <p:nvPr/>
        </p:nvSpPr>
        <p:spPr>
          <a:xfrm>
            <a:off x="6094476" y="1417320"/>
            <a:ext cx="502920" cy="50292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14" name="slot.feature.3.title"/>
          <p:cNvSpPr/>
          <p:nvPr/>
        </p:nvSpPr>
        <p:spPr>
          <a:xfrm>
            <a:off x="6094476" y="2057400"/>
            <a:ext cx="254477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chemeClr val="lt1"/>
                </a:solidFill>
                <a:latin typeface="Arial"/>
              </a:rPr>
              <a:t>Feature 3</a:t>
            </a:r>
          </a:p>
        </p:txBody>
      </p:sp>
      <p:sp>
        <p:nvSpPr>
          <p:cNvPr id="15" name="slot.feature.3.body"/>
          <p:cNvSpPr txBox="1"/>
          <p:nvPr/>
        </p:nvSpPr>
        <p:spPr>
          <a:xfrm>
            <a:off x="6094476" y="2651760"/>
            <a:ext cx="2544775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this feature, capability, or offering.</a:t>
            </a:r>
          </a:p>
        </p:txBody>
      </p:sp>
      <p:sp>
        <p:nvSpPr>
          <p:cNvPr id="16" name="decor"/>
          <p:cNvSpPr/>
          <p:nvPr/>
        </p:nvSpPr>
        <p:spPr>
          <a:xfrm>
            <a:off x="8866936" y="1417320"/>
            <a:ext cx="502920" cy="50292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17" name="slot.feature.4.title"/>
          <p:cNvSpPr/>
          <p:nvPr/>
        </p:nvSpPr>
        <p:spPr>
          <a:xfrm>
            <a:off x="8866936" y="2057400"/>
            <a:ext cx="254477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chemeClr val="lt1"/>
                </a:solidFill>
                <a:latin typeface="Arial"/>
              </a:rPr>
              <a:t>Feature 4</a:t>
            </a:r>
          </a:p>
        </p:txBody>
      </p:sp>
      <p:sp>
        <p:nvSpPr>
          <p:cNvPr id="18" name="slot.feature.4.body"/>
          <p:cNvSpPr txBox="1"/>
          <p:nvPr/>
        </p:nvSpPr>
        <p:spPr>
          <a:xfrm>
            <a:off x="8866936" y="2651760"/>
            <a:ext cx="2544775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this feature, capability, or offering.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sp>
        <p:nvSpPr>
          <p:cNvPr id="7" name="decor"/>
          <p:cNvSpPr/>
          <p:nvPr/>
        </p:nvSpPr>
        <p:spPr>
          <a:xfrm>
            <a:off x="548640" y="1417320"/>
            <a:ext cx="502920" cy="50292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8" name="slot.feature.1.title"/>
          <p:cNvSpPr/>
          <p:nvPr/>
        </p:nvSpPr>
        <p:spPr>
          <a:xfrm>
            <a:off x="548640" y="2057400"/>
            <a:ext cx="1989734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chemeClr val="lt1"/>
                </a:solidFill>
                <a:latin typeface="Arial"/>
              </a:rPr>
              <a:t>Feature 1</a:t>
            </a:r>
          </a:p>
        </p:txBody>
      </p:sp>
      <p:sp>
        <p:nvSpPr>
          <p:cNvPr id="9" name="slot.feature.1.body"/>
          <p:cNvSpPr txBox="1"/>
          <p:nvPr/>
        </p:nvSpPr>
        <p:spPr>
          <a:xfrm>
            <a:off x="548640" y="2651760"/>
            <a:ext cx="1989734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this feature, capability, or offering.</a:t>
            </a:r>
          </a:p>
        </p:txBody>
      </p:sp>
      <p:sp>
        <p:nvSpPr>
          <p:cNvPr id="10" name="decor"/>
          <p:cNvSpPr/>
          <p:nvPr/>
        </p:nvSpPr>
        <p:spPr>
          <a:xfrm>
            <a:off x="2766974" y="1417320"/>
            <a:ext cx="502920" cy="50292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11" name="slot.feature.2.title"/>
          <p:cNvSpPr/>
          <p:nvPr/>
        </p:nvSpPr>
        <p:spPr>
          <a:xfrm>
            <a:off x="2766974" y="2057400"/>
            <a:ext cx="1989734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chemeClr val="lt1"/>
                </a:solidFill>
                <a:latin typeface="Arial"/>
              </a:rPr>
              <a:t>Feature 2</a:t>
            </a:r>
          </a:p>
        </p:txBody>
      </p:sp>
      <p:sp>
        <p:nvSpPr>
          <p:cNvPr id="12" name="slot.feature.2.body"/>
          <p:cNvSpPr txBox="1"/>
          <p:nvPr/>
        </p:nvSpPr>
        <p:spPr>
          <a:xfrm>
            <a:off x="2766974" y="2651760"/>
            <a:ext cx="1989734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this feature, capability, or offering.</a:t>
            </a:r>
          </a:p>
        </p:txBody>
      </p:sp>
      <p:sp>
        <p:nvSpPr>
          <p:cNvPr id="13" name="decor"/>
          <p:cNvSpPr/>
          <p:nvPr/>
        </p:nvSpPr>
        <p:spPr>
          <a:xfrm>
            <a:off x="4985308" y="1417320"/>
            <a:ext cx="502920" cy="50292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14" name="slot.feature.3.title"/>
          <p:cNvSpPr/>
          <p:nvPr/>
        </p:nvSpPr>
        <p:spPr>
          <a:xfrm>
            <a:off x="4985308" y="2057400"/>
            <a:ext cx="1989734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chemeClr val="lt1"/>
                </a:solidFill>
                <a:latin typeface="Arial"/>
              </a:rPr>
              <a:t>Feature 3</a:t>
            </a:r>
          </a:p>
        </p:txBody>
      </p:sp>
      <p:sp>
        <p:nvSpPr>
          <p:cNvPr id="15" name="slot.feature.3.body"/>
          <p:cNvSpPr txBox="1"/>
          <p:nvPr/>
        </p:nvSpPr>
        <p:spPr>
          <a:xfrm>
            <a:off x="4985308" y="2651760"/>
            <a:ext cx="1989734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this feature, capability, or offering.</a:t>
            </a:r>
          </a:p>
        </p:txBody>
      </p:sp>
      <p:sp>
        <p:nvSpPr>
          <p:cNvPr id="16" name="decor"/>
          <p:cNvSpPr/>
          <p:nvPr/>
        </p:nvSpPr>
        <p:spPr>
          <a:xfrm>
            <a:off x="7203643" y="1417320"/>
            <a:ext cx="502920" cy="50292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17" name="slot.feature.4.title"/>
          <p:cNvSpPr/>
          <p:nvPr/>
        </p:nvSpPr>
        <p:spPr>
          <a:xfrm>
            <a:off x="7203643" y="2057400"/>
            <a:ext cx="1989734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chemeClr val="lt1"/>
                </a:solidFill>
                <a:latin typeface="Arial"/>
              </a:rPr>
              <a:t>Feature 4</a:t>
            </a:r>
          </a:p>
        </p:txBody>
      </p:sp>
      <p:sp>
        <p:nvSpPr>
          <p:cNvPr id="18" name="slot.feature.4.body"/>
          <p:cNvSpPr txBox="1"/>
          <p:nvPr/>
        </p:nvSpPr>
        <p:spPr>
          <a:xfrm>
            <a:off x="7203643" y="2651760"/>
            <a:ext cx="1989734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this feature, capability, or offering.</a:t>
            </a:r>
          </a:p>
        </p:txBody>
      </p:sp>
      <p:sp>
        <p:nvSpPr>
          <p:cNvPr id="19" name="decor"/>
          <p:cNvSpPr/>
          <p:nvPr/>
        </p:nvSpPr>
        <p:spPr>
          <a:xfrm>
            <a:off x="9421977" y="1417320"/>
            <a:ext cx="502920" cy="50292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20" name="slot.feature.5.title"/>
          <p:cNvSpPr/>
          <p:nvPr/>
        </p:nvSpPr>
        <p:spPr>
          <a:xfrm>
            <a:off x="9421977" y="2057400"/>
            <a:ext cx="1989734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chemeClr val="lt1"/>
                </a:solidFill>
                <a:latin typeface="Arial"/>
              </a:rPr>
              <a:t>Feature 5</a:t>
            </a:r>
          </a:p>
        </p:txBody>
      </p:sp>
      <p:sp>
        <p:nvSpPr>
          <p:cNvPr id="21" name="slot.feature.5.body"/>
          <p:cNvSpPr txBox="1"/>
          <p:nvPr/>
        </p:nvSpPr>
        <p:spPr>
          <a:xfrm>
            <a:off x="9421977" y="2651760"/>
            <a:ext cx="1989734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this feature, capability, or offering.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sp>
        <p:nvSpPr>
          <p:cNvPr id="7" name="decor"/>
          <p:cNvSpPr/>
          <p:nvPr/>
        </p:nvSpPr>
        <p:spPr>
          <a:xfrm>
            <a:off x="548640" y="1874519"/>
            <a:ext cx="11091672" cy="365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8" name="decor"/>
          <p:cNvSpPr/>
          <p:nvPr/>
        </p:nvSpPr>
        <p:spPr>
          <a:xfrm>
            <a:off x="2158898" y="1737360"/>
            <a:ext cx="292608" cy="2926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1</a:t>
            </a:r>
          </a:p>
        </p:txBody>
      </p:sp>
      <p:sp>
        <p:nvSpPr>
          <p:cNvPr id="9" name="slot.phase.1.caption"/>
          <p:cNvSpPr txBox="1"/>
          <p:nvPr/>
        </p:nvSpPr>
        <p:spPr>
          <a:xfrm>
            <a:off x="548640" y="2148840"/>
            <a:ext cx="3514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chemeClr val="accent4"/>
                </a:solidFill>
                <a:latin typeface="Arial"/>
              </a:rPr>
              <a:t>Q1 2026</a:t>
            </a:r>
          </a:p>
        </p:txBody>
      </p:sp>
      <p:sp>
        <p:nvSpPr>
          <p:cNvPr id="10" name="slot.phase.1.title"/>
          <p:cNvSpPr/>
          <p:nvPr/>
        </p:nvSpPr>
        <p:spPr>
          <a:xfrm>
            <a:off x="548640" y="2514600"/>
            <a:ext cx="3514039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chemeClr val="accent1"/>
                </a:solidFill>
                <a:latin typeface="Arial"/>
              </a:rPr>
              <a:t>Phase 1</a:t>
            </a:r>
          </a:p>
        </p:txBody>
      </p:sp>
      <p:sp>
        <p:nvSpPr>
          <p:cNvPr id="11" name="slot.phase.1.body"/>
          <p:cNvSpPr txBox="1"/>
          <p:nvPr/>
        </p:nvSpPr>
        <p:spPr>
          <a:xfrm>
            <a:off x="548640" y="3063240"/>
            <a:ext cx="3514039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Workstream activities and deliverables for this phase.</a:t>
            </a:r>
          </a:p>
        </p:txBody>
      </p:sp>
      <p:sp>
        <p:nvSpPr>
          <p:cNvPr id="12" name="decor"/>
          <p:cNvSpPr/>
          <p:nvPr/>
        </p:nvSpPr>
        <p:spPr>
          <a:xfrm>
            <a:off x="5855817" y="1737360"/>
            <a:ext cx="292608" cy="2926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2</a:t>
            </a:r>
          </a:p>
        </p:txBody>
      </p:sp>
      <p:sp>
        <p:nvSpPr>
          <p:cNvPr id="13" name="slot.phase.2.caption"/>
          <p:cNvSpPr txBox="1"/>
          <p:nvPr/>
        </p:nvSpPr>
        <p:spPr>
          <a:xfrm>
            <a:off x="4245559" y="2148840"/>
            <a:ext cx="3514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chemeClr val="accent4"/>
                </a:solidFill>
                <a:latin typeface="Arial"/>
              </a:rPr>
              <a:t>Q1 2026</a:t>
            </a:r>
          </a:p>
        </p:txBody>
      </p:sp>
      <p:sp>
        <p:nvSpPr>
          <p:cNvPr id="14" name="slot.phase.2.title"/>
          <p:cNvSpPr/>
          <p:nvPr/>
        </p:nvSpPr>
        <p:spPr>
          <a:xfrm>
            <a:off x="4245559" y="2514600"/>
            <a:ext cx="3514039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chemeClr val="accent1"/>
                </a:solidFill>
                <a:latin typeface="Arial"/>
              </a:rPr>
              <a:t>Phase 2</a:t>
            </a:r>
          </a:p>
        </p:txBody>
      </p:sp>
      <p:sp>
        <p:nvSpPr>
          <p:cNvPr id="15" name="slot.phase.2.body"/>
          <p:cNvSpPr txBox="1"/>
          <p:nvPr/>
        </p:nvSpPr>
        <p:spPr>
          <a:xfrm>
            <a:off x="4245559" y="3063240"/>
            <a:ext cx="3514039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Workstream activities and deliverables for this phase.</a:t>
            </a:r>
          </a:p>
        </p:txBody>
      </p:sp>
      <p:sp>
        <p:nvSpPr>
          <p:cNvPr id="16" name="decor"/>
          <p:cNvSpPr/>
          <p:nvPr/>
        </p:nvSpPr>
        <p:spPr>
          <a:xfrm>
            <a:off x="9553651" y="1737360"/>
            <a:ext cx="292608" cy="2926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3</a:t>
            </a:r>
          </a:p>
        </p:txBody>
      </p:sp>
      <p:sp>
        <p:nvSpPr>
          <p:cNvPr id="17" name="slot.phase.3.caption"/>
          <p:cNvSpPr txBox="1"/>
          <p:nvPr/>
        </p:nvSpPr>
        <p:spPr>
          <a:xfrm>
            <a:off x="7943392" y="2148840"/>
            <a:ext cx="3514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chemeClr val="accent4"/>
                </a:solidFill>
                <a:latin typeface="Arial"/>
              </a:rPr>
              <a:t>Q1 2026</a:t>
            </a:r>
          </a:p>
        </p:txBody>
      </p:sp>
      <p:sp>
        <p:nvSpPr>
          <p:cNvPr id="18" name="slot.phase.3.title"/>
          <p:cNvSpPr/>
          <p:nvPr/>
        </p:nvSpPr>
        <p:spPr>
          <a:xfrm>
            <a:off x="7943392" y="2514600"/>
            <a:ext cx="3514039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chemeClr val="accent1"/>
                </a:solidFill>
                <a:latin typeface="Arial"/>
              </a:rPr>
              <a:t>Phase 3</a:t>
            </a:r>
          </a:p>
        </p:txBody>
      </p:sp>
      <p:sp>
        <p:nvSpPr>
          <p:cNvPr id="19" name="slot.phase.3.body"/>
          <p:cNvSpPr txBox="1"/>
          <p:nvPr/>
        </p:nvSpPr>
        <p:spPr>
          <a:xfrm>
            <a:off x="7943392" y="3063240"/>
            <a:ext cx="3514039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Workstream activities and deliverables for this phase.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sp>
        <p:nvSpPr>
          <p:cNvPr id="7" name="decor"/>
          <p:cNvSpPr/>
          <p:nvPr/>
        </p:nvSpPr>
        <p:spPr>
          <a:xfrm>
            <a:off x="548640" y="1874519"/>
            <a:ext cx="11091672" cy="365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8" name="decor"/>
          <p:cNvSpPr/>
          <p:nvPr/>
        </p:nvSpPr>
        <p:spPr>
          <a:xfrm>
            <a:off x="1698040" y="1737360"/>
            <a:ext cx="292608" cy="2926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1</a:t>
            </a:r>
          </a:p>
        </p:txBody>
      </p:sp>
      <p:sp>
        <p:nvSpPr>
          <p:cNvPr id="9" name="slot.phase.1.caption"/>
          <p:cNvSpPr txBox="1"/>
          <p:nvPr/>
        </p:nvSpPr>
        <p:spPr>
          <a:xfrm>
            <a:off x="548640" y="2148840"/>
            <a:ext cx="25904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chemeClr val="accent4"/>
                </a:solidFill>
                <a:latin typeface="Arial"/>
              </a:rPr>
              <a:t>Q1 2026</a:t>
            </a:r>
          </a:p>
        </p:txBody>
      </p:sp>
      <p:sp>
        <p:nvSpPr>
          <p:cNvPr id="10" name="slot.phase.1.title"/>
          <p:cNvSpPr/>
          <p:nvPr/>
        </p:nvSpPr>
        <p:spPr>
          <a:xfrm>
            <a:off x="548640" y="2514600"/>
            <a:ext cx="2590495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chemeClr val="accent1"/>
                </a:solidFill>
                <a:latin typeface="Arial"/>
              </a:rPr>
              <a:t>Phase 1</a:t>
            </a:r>
          </a:p>
        </p:txBody>
      </p:sp>
      <p:sp>
        <p:nvSpPr>
          <p:cNvPr id="11" name="slot.phase.1.body"/>
          <p:cNvSpPr txBox="1"/>
          <p:nvPr/>
        </p:nvSpPr>
        <p:spPr>
          <a:xfrm>
            <a:off x="548640" y="3063240"/>
            <a:ext cx="2590495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Workstream activities and deliverables for this phase.</a:t>
            </a:r>
          </a:p>
        </p:txBody>
      </p:sp>
      <p:sp>
        <p:nvSpPr>
          <p:cNvPr id="12" name="decor"/>
          <p:cNvSpPr/>
          <p:nvPr/>
        </p:nvSpPr>
        <p:spPr>
          <a:xfrm>
            <a:off x="4470501" y="1737360"/>
            <a:ext cx="292608" cy="2926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2</a:t>
            </a:r>
          </a:p>
        </p:txBody>
      </p:sp>
      <p:sp>
        <p:nvSpPr>
          <p:cNvPr id="13" name="slot.phase.2.caption"/>
          <p:cNvSpPr txBox="1"/>
          <p:nvPr/>
        </p:nvSpPr>
        <p:spPr>
          <a:xfrm>
            <a:off x="3322015" y="2148840"/>
            <a:ext cx="25904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chemeClr val="accent4"/>
                </a:solidFill>
                <a:latin typeface="Arial"/>
              </a:rPr>
              <a:t>Q1 2026</a:t>
            </a:r>
          </a:p>
        </p:txBody>
      </p:sp>
      <p:sp>
        <p:nvSpPr>
          <p:cNvPr id="14" name="slot.phase.2.title"/>
          <p:cNvSpPr/>
          <p:nvPr/>
        </p:nvSpPr>
        <p:spPr>
          <a:xfrm>
            <a:off x="3322015" y="2514600"/>
            <a:ext cx="2590495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chemeClr val="accent1"/>
                </a:solidFill>
                <a:latin typeface="Arial"/>
              </a:rPr>
              <a:t>Phase 2</a:t>
            </a:r>
          </a:p>
        </p:txBody>
      </p:sp>
      <p:sp>
        <p:nvSpPr>
          <p:cNvPr id="15" name="slot.phase.2.body"/>
          <p:cNvSpPr txBox="1"/>
          <p:nvPr/>
        </p:nvSpPr>
        <p:spPr>
          <a:xfrm>
            <a:off x="3322015" y="3063240"/>
            <a:ext cx="2590495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Workstream activities and deliverables for this phase.</a:t>
            </a:r>
          </a:p>
        </p:txBody>
      </p:sp>
      <p:sp>
        <p:nvSpPr>
          <p:cNvPr id="16" name="decor"/>
          <p:cNvSpPr/>
          <p:nvPr/>
        </p:nvSpPr>
        <p:spPr>
          <a:xfrm>
            <a:off x="7242962" y="1737360"/>
            <a:ext cx="292608" cy="2926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3</a:t>
            </a:r>
          </a:p>
        </p:txBody>
      </p:sp>
      <p:sp>
        <p:nvSpPr>
          <p:cNvPr id="17" name="slot.phase.3.caption"/>
          <p:cNvSpPr txBox="1"/>
          <p:nvPr/>
        </p:nvSpPr>
        <p:spPr>
          <a:xfrm>
            <a:off x="6094476" y="2148840"/>
            <a:ext cx="25904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chemeClr val="accent4"/>
                </a:solidFill>
                <a:latin typeface="Arial"/>
              </a:rPr>
              <a:t>Q1 2026</a:t>
            </a:r>
          </a:p>
        </p:txBody>
      </p:sp>
      <p:sp>
        <p:nvSpPr>
          <p:cNvPr id="18" name="slot.phase.3.title"/>
          <p:cNvSpPr/>
          <p:nvPr/>
        </p:nvSpPr>
        <p:spPr>
          <a:xfrm>
            <a:off x="6094476" y="2514600"/>
            <a:ext cx="2590495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chemeClr val="accent1"/>
                </a:solidFill>
                <a:latin typeface="Arial"/>
              </a:rPr>
              <a:t>Phase 3</a:t>
            </a:r>
          </a:p>
        </p:txBody>
      </p:sp>
      <p:sp>
        <p:nvSpPr>
          <p:cNvPr id="19" name="slot.phase.3.body"/>
          <p:cNvSpPr txBox="1"/>
          <p:nvPr/>
        </p:nvSpPr>
        <p:spPr>
          <a:xfrm>
            <a:off x="6094476" y="3063240"/>
            <a:ext cx="2590495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Workstream activities and deliverables for this phase.</a:t>
            </a:r>
          </a:p>
        </p:txBody>
      </p:sp>
      <p:sp>
        <p:nvSpPr>
          <p:cNvPr id="20" name="decor"/>
          <p:cNvSpPr/>
          <p:nvPr/>
        </p:nvSpPr>
        <p:spPr>
          <a:xfrm>
            <a:off x="10015423" y="1737360"/>
            <a:ext cx="292608" cy="2926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4</a:t>
            </a:r>
          </a:p>
        </p:txBody>
      </p:sp>
      <p:sp>
        <p:nvSpPr>
          <p:cNvPr id="21" name="slot.phase.4.caption"/>
          <p:cNvSpPr txBox="1"/>
          <p:nvPr/>
        </p:nvSpPr>
        <p:spPr>
          <a:xfrm>
            <a:off x="8866936" y="2148840"/>
            <a:ext cx="25904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chemeClr val="accent4"/>
                </a:solidFill>
                <a:latin typeface="Arial"/>
              </a:rPr>
              <a:t>Q1 2026</a:t>
            </a:r>
          </a:p>
        </p:txBody>
      </p:sp>
      <p:sp>
        <p:nvSpPr>
          <p:cNvPr id="22" name="slot.phase.4.title"/>
          <p:cNvSpPr/>
          <p:nvPr/>
        </p:nvSpPr>
        <p:spPr>
          <a:xfrm>
            <a:off x="8866936" y="2514600"/>
            <a:ext cx="2590495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chemeClr val="accent1"/>
                </a:solidFill>
                <a:latin typeface="Arial"/>
              </a:rPr>
              <a:t>Phase 4</a:t>
            </a:r>
          </a:p>
        </p:txBody>
      </p:sp>
      <p:sp>
        <p:nvSpPr>
          <p:cNvPr id="23" name="slot.phase.4.body"/>
          <p:cNvSpPr txBox="1"/>
          <p:nvPr/>
        </p:nvSpPr>
        <p:spPr>
          <a:xfrm>
            <a:off x="8866936" y="3063240"/>
            <a:ext cx="2590495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Workstream activities and deliverables for this phase.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sp>
        <p:nvSpPr>
          <p:cNvPr id="7" name="decor"/>
          <p:cNvSpPr/>
          <p:nvPr/>
        </p:nvSpPr>
        <p:spPr>
          <a:xfrm>
            <a:off x="548640" y="1874519"/>
            <a:ext cx="11091672" cy="365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8" name="decor"/>
          <p:cNvSpPr/>
          <p:nvPr/>
        </p:nvSpPr>
        <p:spPr>
          <a:xfrm>
            <a:off x="1420063" y="1737360"/>
            <a:ext cx="292608" cy="2926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1</a:t>
            </a:r>
          </a:p>
        </p:txBody>
      </p:sp>
      <p:sp>
        <p:nvSpPr>
          <p:cNvPr id="9" name="slot.phase.1.caption"/>
          <p:cNvSpPr txBox="1"/>
          <p:nvPr/>
        </p:nvSpPr>
        <p:spPr>
          <a:xfrm>
            <a:off x="548640" y="2148840"/>
            <a:ext cx="203545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chemeClr val="accent4"/>
                </a:solidFill>
                <a:latin typeface="Arial"/>
              </a:rPr>
              <a:t>Q1 2026</a:t>
            </a:r>
          </a:p>
        </p:txBody>
      </p:sp>
      <p:sp>
        <p:nvSpPr>
          <p:cNvPr id="10" name="slot.phase.1.title"/>
          <p:cNvSpPr/>
          <p:nvPr/>
        </p:nvSpPr>
        <p:spPr>
          <a:xfrm>
            <a:off x="548640" y="2514600"/>
            <a:ext cx="2035454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chemeClr val="accent1"/>
                </a:solidFill>
                <a:latin typeface="Arial"/>
              </a:rPr>
              <a:t>Phase 1</a:t>
            </a:r>
          </a:p>
        </p:txBody>
      </p:sp>
      <p:sp>
        <p:nvSpPr>
          <p:cNvPr id="11" name="slot.phase.1.body"/>
          <p:cNvSpPr txBox="1"/>
          <p:nvPr/>
        </p:nvSpPr>
        <p:spPr>
          <a:xfrm>
            <a:off x="548640" y="3063240"/>
            <a:ext cx="2035454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Workstream activities and deliverables for this phase.</a:t>
            </a:r>
          </a:p>
        </p:txBody>
      </p:sp>
      <p:sp>
        <p:nvSpPr>
          <p:cNvPr id="12" name="decor"/>
          <p:cNvSpPr/>
          <p:nvPr/>
        </p:nvSpPr>
        <p:spPr>
          <a:xfrm>
            <a:off x="3638397" y="1737360"/>
            <a:ext cx="292608" cy="2926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2</a:t>
            </a:r>
          </a:p>
        </p:txBody>
      </p:sp>
      <p:sp>
        <p:nvSpPr>
          <p:cNvPr id="13" name="slot.phase.2.caption"/>
          <p:cNvSpPr txBox="1"/>
          <p:nvPr/>
        </p:nvSpPr>
        <p:spPr>
          <a:xfrm>
            <a:off x="2766974" y="2148840"/>
            <a:ext cx="203545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chemeClr val="accent4"/>
                </a:solidFill>
                <a:latin typeface="Arial"/>
              </a:rPr>
              <a:t>Q1 2026</a:t>
            </a:r>
          </a:p>
        </p:txBody>
      </p:sp>
      <p:sp>
        <p:nvSpPr>
          <p:cNvPr id="14" name="slot.phase.2.title"/>
          <p:cNvSpPr/>
          <p:nvPr/>
        </p:nvSpPr>
        <p:spPr>
          <a:xfrm>
            <a:off x="2766974" y="2514600"/>
            <a:ext cx="2035454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chemeClr val="accent1"/>
                </a:solidFill>
                <a:latin typeface="Arial"/>
              </a:rPr>
              <a:t>Phase 2</a:t>
            </a:r>
          </a:p>
        </p:txBody>
      </p:sp>
      <p:sp>
        <p:nvSpPr>
          <p:cNvPr id="15" name="slot.phase.2.body"/>
          <p:cNvSpPr txBox="1"/>
          <p:nvPr/>
        </p:nvSpPr>
        <p:spPr>
          <a:xfrm>
            <a:off x="2766974" y="3063240"/>
            <a:ext cx="2035454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Workstream activities and deliverables for this phase.</a:t>
            </a:r>
          </a:p>
        </p:txBody>
      </p:sp>
      <p:sp>
        <p:nvSpPr>
          <p:cNvPr id="16" name="decor"/>
          <p:cNvSpPr/>
          <p:nvPr/>
        </p:nvSpPr>
        <p:spPr>
          <a:xfrm>
            <a:off x="5856732" y="1737360"/>
            <a:ext cx="292608" cy="2926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3</a:t>
            </a:r>
          </a:p>
        </p:txBody>
      </p:sp>
      <p:sp>
        <p:nvSpPr>
          <p:cNvPr id="17" name="slot.phase.3.caption"/>
          <p:cNvSpPr txBox="1"/>
          <p:nvPr/>
        </p:nvSpPr>
        <p:spPr>
          <a:xfrm>
            <a:off x="4985308" y="2148840"/>
            <a:ext cx="203545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chemeClr val="accent4"/>
                </a:solidFill>
                <a:latin typeface="Arial"/>
              </a:rPr>
              <a:t>Q1 2026</a:t>
            </a:r>
          </a:p>
        </p:txBody>
      </p:sp>
      <p:sp>
        <p:nvSpPr>
          <p:cNvPr id="18" name="slot.phase.3.title"/>
          <p:cNvSpPr/>
          <p:nvPr/>
        </p:nvSpPr>
        <p:spPr>
          <a:xfrm>
            <a:off x="4985308" y="2514600"/>
            <a:ext cx="2035454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chemeClr val="accent1"/>
                </a:solidFill>
                <a:latin typeface="Arial"/>
              </a:rPr>
              <a:t>Phase 3</a:t>
            </a:r>
          </a:p>
        </p:txBody>
      </p:sp>
      <p:sp>
        <p:nvSpPr>
          <p:cNvPr id="19" name="slot.phase.3.body"/>
          <p:cNvSpPr txBox="1"/>
          <p:nvPr/>
        </p:nvSpPr>
        <p:spPr>
          <a:xfrm>
            <a:off x="4985308" y="3063240"/>
            <a:ext cx="2035454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Workstream activities and deliverables for this phase.</a:t>
            </a:r>
          </a:p>
        </p:txBody>
      </p:sp>
      <p:sp>
        <p:nvSpPr>
          <p:cNvPr id="20" name="decor"/>
          <p:cNvSpPr/>
          <p:nvPr/>
        </p:nvSpPr>
        <p:spPr>
          <a:xfrm>
            <a:off x="8075066" y="1737360"/>
            <a:ext cx="292608" cy="2926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4</a:t>
            </a:r>
          </a:p>
        </p:txBody>
      </p:sp>
      <p:sp>
        <p:nvSpPr>
          <p:cNvPr id="21" name="slot.phase.4.caption"/>
          <p:cNvSpPr txBox="1"/>
          <p:nvPr/>
        </p:nvSpPr>
        <p:spPr>
          <a:xfrm>
            <a:off x="7203643" y="2148840"/>
            <a:ext cx="203545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chemeClr val="accent4"/>
                </a:solidFill>
                <a:latin typeface="Arial"/>
              </a:rPr>
              <a:t>Q1 2026</a:t>
            </a:r>
          </a:p>
        </p:txBody>
      </p:sp>
      <p:sp>
        <p:nvSpPr>
          <p:cNvPr id="22" name="slot.phase.4.title"/>
          <p:cNvSpPr/>
          <p:nvPr/>
        </p:nvSpPr>
        <p:spPr>
          <a:xfrm>
            <a:off x="7203643" y="2514600"/>
            <a:ext cx="2035454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chemeClr val="accent1"/>
                </a:solidFill>
                <a:latin typeface="Arial"/>
              </a:rPr>
              <a:t>Phase 4</a:t>
            </a:r>
          </a:p>
        </p:txBody>
      </p:sp>
      <p:sp>
        <p:nvSpPr>
          <p:cNvPr id="23" name="slot.phase.4.body"/>
          <p:cNvSpPr txBox="1"/>
          <p:nvPr/>
        </p:nvSpPr>
        <p:spPr>
          <a:xfrm>
            <a:off x="7203643" y="3063240"/>
            <a:ext cx="2035454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Workstream activities and deliverables for this phase.</a:t>
            </a:r>
          </a:p>
        </p:txBody>
      </p:sp>
      <p:sp>
        <p:nvSpPr>
          <p:cNvPr id="24" name="decor"/>
          <p:cNvSpPr/>
          <p:nvPr/>
        </p:nvSpPr>
        <p:spPr>
          <a:xfrm>
            <a:off x="10293400" y="1737360"/>
            <a:ext cx="292608" cy="2926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5</a:t>
            </a:r>
          </a:p>
        </p:txBody>
      </p:sp>
      <p:sp>
        <p:nvSpPr>
          <p:cNvPr id="25" name="slot.phase.5.caption"/>
          <p:cNvSpPr txBox="1"/>
          <p:nvPr/>
        </p:nvSpPr>
        <p:spPr>
          <a:xfrm>
            <a:off x="9421977" y="2148840"/>
            <a:ext cx="203545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chemeClr val="accent4"/>
                </a:solidFill>
                <a:latin typeface="Arial"/>
              </a:rPr>
              <a:t>Q1 2026</a:t>
            </a:r>
          </a:p>
        </p:txBody>
      </p:sp>
      <p:sp>
        <p:nvSpPr>
          <p:cNvPr id="26" name="slot.phase.5.title"/>
          <p:cNvSpPr/>
          <p:nvPr/>
        </p:nvSpPr>
        <p:spPr>
          <a:xfrm>
            <a:off x="9421977" y="2514600"/>
            <a:ext cx="2035454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chemeClr val="accent1"/>
                </a:solidFill>
                <a:latin typeface="Arial"/>
              </a:rPr>
              <a:t>Phase 5</a:t>
            </a:r>
          </a:p>
        </p:txBody>
      </p:sp>
      <p:sp>
        <p:nvSpPr>
          <p:cNvPr id="27" name="slot.phase.5.body"/>
          <p:cNvSpPr txBox="1"/>
          <p:nvPr/>
        </p:nvSpPr>
        <p:spPr>
          <a:xfrm>
            <a:off x="9421977" y="3063240"/>
            <a:ext cx="2035454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Workstream activities and deliverables for this phase.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sp>
        <p:nvSpPr>
          <p:cNvPr id="7" name="slot.value-chain.source"/>
          <p:cNvSpPr/>
          <p:nvPr/>
        </p:nvSpPr>
        <p:spPr>
          <a:xfrm>
            <a:off x="548640" y="1554480"/>
            <a:ext cx="1554480" cy="82296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Source</a:t>
            </a:r>
          </a:p>
        </p:txBody>
      </p:sp>
      <p:sp>
        <p:nvSpPr>
          <p:cNvPr id="8" name="slot.value-chain.stage.1.title"/>
          <p:cNvSpPr/>
          <p:nvPr/>
        </p:nvSpPr>
        <p:spPr>
          <a:xfrm>
            <a:off x="2286000" y="1554480"/>
            <a:ext cx="1417320" cy="822960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Stage 1</a:t>
            </a:r>
          </a:p>
        </p:txBody>
      </p:sp>
      <p:sp>
        <p:nvSpPr>
          <p:cNvPr id="9" name="slot.value-chain.stage.2.title"/>
          <p:cNvSpPr/>
          <p:nvPr/>
        </p:nvSpPr>
        <p:spPr>
          <a:xfrm>
            <a:off x="3767328" y="1554480"/>
            <a:ext cx="1417320" cy="822960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Stage 2</a:t>
            </a:r>
          </a:p>
        </p:txBody>
      </p:sp>
      <p:sp>
        <p:nvSpPr>
          <p:cNvPr id="10" name="slot.value-chain.stage.3.title"/>
          <p:cNvSpPr/>
          <p:nvPr/>
        </p:nvSpPr>
        <p:spPr>
          <a:xfrm>
            <a:off x="5248656" y="1554480"/>
            <a:ext cx="1417320" cy="822960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Stage 3</a:t>
            </a:r>
          </a:p>
        </p:txBody>
      </p:sp>
      <p:sp>
        <p:nvSpPr>
          <p:cNvPr id="11" name="slot.value-chain.stage.4.title"/>
          <p:cNvSpPr/>
          <p:nvPr/>
        </p:nvSpPr>
        <p:spPr>
          <a:xfrm>
            <a:off x="6729984" y="1554480"/>
            <a:ext cx="1417320" cy="822960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Stage 4</a:t>
            </a:r>
          </a:p>
        </p:txBody>
      </p:sp>
      <p:sp>
        <p:nvSpPr>
          <p:cNvPr id="12" name="slot.value-chain.stage.5.title"/>
          <p:cNvSpPr/>
          <p:nvPr/>
        </p:nvSpPr>
        <p:spPr>
          <a:xfrm>
            <a:off x="8211312" y="1554480"/>
            <a:ext cx="1417320" cy="822960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Stage 5</a:t>
            </a:r>
          </a:p>
        </p:txBody>
      </p:sp>
      <p:sp>
        <p:nvSpPr>
          <p:cNvPr id="13" name="slot.value-chain.customer"/>
          <p:cNvSpPr/>
          <p:nvPr/>
        </p:nvSpPr>
        <p:spPr>
          <a:xfrm>
            <a:off x="10058400" y="1554480"/>
            <a:ext cx="1554480" cy="82296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Customer</a:t>
            </a:r>
          </a:p>
        </p:txBody>
      </p:sp>
      <p:sp>
        <p:nvSpPr>
          <p:cNvPr id="14" name="slot.value-chain.body"/>
          <p:cNvSpPr txBox="1"/>
          <p:nvPr/>
        </p:nvSpPr>
        <p:spPr>
          <a:xfrm>
            <a:off x="548640" y="2788920"/>
            <a:ext cx="11091672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Narrative describing flow and value capture across the chain.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sp>
        <p:nvSpPr>
          <p:cNvPr id="7" name="decor"/>
          <p:cNvSpPr/>
          <p:nvPr/>
        </p:nvSpPr>
        <p:spPr>
          <a:xfrm>
            <a:off x="3474720" y="1371600"/>
            <a:ext cx="8165592" cy="320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chemeClr val="accent1"/>
                </a:solidFill>
                <a:latin typeface="Arial"/>
              </a:rPr>
              <a:t>H1 2026</a:t>
            </a:r>
          </a:p>
        </p:txBody>
      </p:sp>
      <p:sp>
        <p:nvSpPr>
          <p:cNvPr id="8" name="slot.gantt.lane.1.label"/>
          <p:cNvSpPr/>
          <p:nvPr/>
        </p:nvSpPr>
        <p:spPr>
          <a:xfrm>
            <a:off x="548640" y="1920240"/>
            <a:ext cx="2743200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chemeClr val="accent1"/>
                </a:solidFill>
                <a:latin typeface="Arial"/>
              </a:rPr>
              <a:t>Workstream 1</a:t>
            </a:r>
          </a:p>
        </p:txBody>
      </p:sp>
      <p:sp>
        <p:nvSpPr>
          <p:cNvPr id="9" name="slot.gantt.lane.1.body"/>
          <p:cNvSpPr txBox="1"/>
          <p:nvPr/>
        </p:nvSpPr>
        <p:spPr>
          <a:xfrm>
            <a:off x="548640" y="237744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chemeClr val="accent6"/>
                </a:solidFill>
                <a:latin typeface="Arial"/>
              </a:rPr>
              <a:t>Tasks &amp; deliverables</a:t>
            </a:r>
          </a:p>
        </p:txBody>
      </p:sp>
      <p:sp>
        <p:nvSpPr>
          <p:cNvPr id="10" name="decor"/>
          <p:cNvSpPr/>
          <p:nvPr/>
        </p:nvSpPr>
        <p:spPr>
          <a:xfrm>
            <a:off x="3566160" y="2029968"/>
            <a:ext cx="2468880" cy="292608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11" name="slot.gantt.lane.2.label"/>
          <p:cNvSpPr/>
          <p:nvPr/>
        </p:nvSpPr>
        <p:spPr>
          <a:xfrm>
            <a:off x="548640" y="2926080"/>
            <a:ext cx="2743200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chemeClr val="accent1"/>
                </a:solidFill>
                <a:latin typeface="Arial"/>
              </a:rPr>
              <a:t>Workstream 2</a:t>
            </a:r>
          </a:p>
        </p:txBody>
      </p:sp>
      <p:sp>
        <p:nvSpPr>
          <p:cNvPr id="12" name="slot.gantt.lane.2.body"/>
          <p:cNvSpPr txBox="1"/>
          <p:nvPr/>
        </p:nvSpPr>
        <p:spPr>
          <a:xfrm>
            <a:off x="548640" y="338328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chemeClr val="accent6"/>
                </a:solidFill>
                <a:latin typeface="Arial"/>
              </a:rPr>
              <a:t>Tasks &amp; deliverables</a:t>
            </a:r>
          </a:p>
        </p:txBody>
      </p:sp>
      <p:sp>
        <p:nvSpPr>
          <p:cNvPr id="13" name="decor"/>
          <p:cNvSpPr/>
          <p:nvPr/>
        </p:nvSpPr>
        <p:spPr>
          <a:xfrm>
            <a:off x="4114800" y="3035808"/>
            <a:ext cx="3108960" cy="292608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14" name="slot.gantt.lane.3.label"/>
          <p:cNvSpPr/>
          <p:nvPr/>
        </p:nvSpPr>
        <p:spPr>
          <a:xfrm>
            <a:off x="548640" y="3931920"/>
            <a:ext cx="2743200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chemeClr val="accent1"/>
                </a:solidFill>
                <a:latin typeface="Arial"/>
              </a:rPr>
              <a:t>Workstream 3</a:t>
            </a:r>
          </a:p>
        </p:txBody>
      </p:sp>
      <p:sp>
        <p:nvSpPr>
          <p:cNvPr id="15" name="slot.gantt.lane.3.body"/>
          <p:cNvSpPr txBox="1"/>
          <p:nvPr/>
        </p:nvSpPr>
        <p:spPr>
          <a:xfrm>
            <a:off x="548640" y="438912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chemeClr val="accent6"/>
                </a:solidFill>
                <a:latin typeface="Arial"/>
              </a:rPr>
              <a:t>Tasks &amp; deliverables</a:t>
            </a:r>
          </a:p>
        </p:txBody>
      </p:sp>
      <p:sp>
        <p:nvSpPr>
          <p:cNvPr id="16" name="decor"/>
          <p:cNvSpPr/>
          <p:nvPr/>
        </p:nvSpPr>
        <p:spPr>
          <a:xfrm>
            <a:off x="4663440" y="4041648"/>
            <a:ext cx="3749039" cy="292608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17" name="slot.gantt.lane.4.label"/>
          <p:cNvSpPr/>
          <p:nvPr/>
        </p:nvSpPr>
        <p:spPr>
          <a:xfrm>
            <a:off x="548640" y="4937760"/>
            <a:ext cx="2743200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chemeClr val="accent1"/>
                </a:solidFill>
                <a:latin typeface="Arial"/>
              </a:rPr>
              <a:t>Workstream 4</a:t>
            </a:r>
          </a:p>
        </p:txBody>
      </p:sp>
      <p:sp>
        <p:nvSpPr>
          <p:cNvPr id="18" name="slot.gantt.lane.4.body"/>
          <p:cNvSpPr txBox="1"/>
          <p:nvPr/>
        </p:nvSpPr>
        <p:spPr>
          <a:xfrm>
            <a:off x="548640" y="53949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chemeClr val="accent6"/>
                </a:solidFill>
                <a:latin typeface="Arial"/>
              </a:rPr>
              <a:t>Tasks &amp; deliverables</a:t>
            </a:r>
          </a:p>
        </p:txBody>
      </p:sp>
      <p:sp>
        <p:nvSpPr>
          <p:cNvPr id="19" name="decor"/>
          <p:cNvSpPr/>
          <p:nvPr/>
        </p:nvSpPr>
        <p:spPr>
          <a:xfrm>
            <a:off x="5212080" y="5047488"/>
            <a:ext cx="4389120" cy="292608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sp>
        <p:nvSpPr>
          <p:cNvPr id="7" name="decor"/>
          <p:cNvSpPr/>
          <p:nvPr/>
        </p:nvSpPr>
        <p:spPr>
          <a:xfrm>
            <a:off x="7452360" y="1554480"/>
            <a:ext cx="18288" cy="42062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8" name="decor"/>
          <p:cNvSpPr/>
          <p:nvPr/>
        </p:nvSpPr>
        <p:spPr>
          <a:xfrm>
            <a:off x="3657600" y="3657600"/>
            <a:ext cx="7589520" cy="1828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9" name="slot.matrix.axis-y"/>
          <p:cNvSpPr txBox="1"/>
          <p:nvPr/>
        </p:nvSpPr>
        <p:spPr>
          <a:xfrm>
            <a:off x="2743200" y="1554480"/>
            <a:ext cx="822960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chemeClr val="accent6"/>
                </a:solidFill>
                <a:latin typeface="Arial"/>
              </a:rPr>
              <a:t>Y axis</a:t>
            </a:r>
          </a:p>
        </p:txBody>
      </p:sp>
      <p:sp>
        <p:nvSpPr>
          <p:cNvPr id="10" name="slot.matrix.axis-x"/>
          <p:cNvSpPr txBox="1"/>
          <p:nvPr/>
        </p:nvSpPr>
        <p:spPr>
          <a:xfrm>
            <a:off x="3657600" y="5852160"/>
            <a:ext cx="7589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chemeClr val="accent6"/>
                </a:solidFill>
                <a:latin typeface="Arial"/>
              </a:rPr>
              <a:t>X axis</a:t>
            </a:r>
          </a:p>
        </p:txBody>
      </p:sp>
      <p:sp>
        <p:nvSpPr>
          <p:cNvPr id="11" name="slot.matrix.quadrant.1.title"/>
          <p:cNvSpPr/>
          <p:nvPr/>
        </p:nvSpPr>
        <p:spPr>
          <a:xfrm>
            <a:off x="3749039" y="1645920"/>
            <a:ext cx="3611880" cy="365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chemeClr val="accent1"/>
                </a:solidFill>
                <a:latin typeface="Arial"/>
              </a:rPr>
              <a:t>Quadrant 1</a:t>
            </a:r>
          </a:p>
        </p:txBody>
      </p:sp>
      <p:sp>
        <p:nvSpPr>
          <p:cNvPr id="12" name="slot.matrix.quadrant.1.body"/>
          <p:cNvSpPr txBox="1"/>
          <p:nvPr/>
        </p:nvSpPr>
        <p:spPr>
          <a:xfrm>
            <a:off x="3749039" y="2057400"/>
            <a:ext cx="36118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chemeClr val="dk1"/>
                </a:solidFill>
                <a:latin typeface="Arial"/>
              </a:rPr>
              <a:t>Quadrant content.</a:t>
            </a:r>
          </a:p>
        </p:txBody>
      </p:sp>
      <p:sp>
        <p:nvSpPr>
          <p:cNvPr id="13" name="slot.matrix.quadrant.2.title"/>
          <p:cNvSpPr/>
          <p:nvPr/>
        </p:nvSpPr>
        <p:spPr>
          <a:xfrm>
            <a:off x="7543800" y="1645920"/>
            <a:ext cx="3611880" cy="365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chemeClr val="accent1"/>
                </a:solidFill>
                <a:latin typeface="Arial"/>
              </a:rPr>
              <a:t>Quadrant 2</a:t>
            </a:r>
          </a:p>
        </p:txBody>
      </p:sp>
      <p:sp>
        <p:nvSpPr>
          <p:cNvPr id="14" name="slot.matrix.quadrant.2.body"/>
          <p:cNvSpPr txBox="1"/>
          <p:nvPr/>
        </p:nvSpPr>
        <p:spPr>
          <a:xfrm>
            <a:off x="7543800" y="2057400"/>
            <a:ext cx="36118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chemeClr val="dk1"/>
                </a:solidFill>
                <a:latin typeface="Arial"/>
              </a:rPr>
              <a:t>Quadrant content.</a:t>
            </a:r>
          </a:p>
        </p:txBody>
      </p:sp>
      <p:sp>
        <p:nvSpPr>
          <p:cNvPr id="15" name="slot.matrix.quadrant.3.title"/>
          <p:cNvSpPr/>
          <p:nvPr/>
        </p:nvSpPr>
        <p:spPr>
          <a:xfrm>
            <a:off x="3749039" y="3749039"/>
            <a:ext cx="3611880" cy="365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chemeClr val="accent1"/>
                </a:solidFill>
                <a:latin typeface="Arial"/>
              </a:rPr>
              <a:t>Quadrant 3</a:t>
            </a:r>
          </a:p>
        </p:txBody>
      </p:sp>
      <p:sp>
        <p:nvSpPr>
          <p:cNvPr id="16" name="slot.matrix.quadrant.3.body"/>
          <p:cNvSpPr txBox="1"/>
          <p:nvPr/>
        </p:nvSpPr>
        <p:spPr>
          <a:xfrm>
            <a:off x="3749039" y="4160520"/>
            <a:ext cx="36118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chemeClr val="dk1"/>
                </a:solidFill>
                <a:latin typeface="Arial"/>
              </a:rPr>
              <a:t>Quadrant content.</a:t>
            </a:r>
          </a:p>
        </p:txBody>
      </p:sp>
      <p:sp>
        <p:nvSpPr>
          <p:cNvPr id="17" name="slot.matrix.quadrant.4.title"/>
          <p:cNvSpPr/>
          <p:nvPr/>
        </p:nvSpPr>
        <p:spPr>
          <a:xfrm>
            <a:off x="7543800" y="3749039"/>
            <a:ext cx="3611880" cy="365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chemeClr val="accent1"/>
                </a:solidFill>
                <a:latin typeface="Arial"/>
              </a:rPr>
              <a:t>Quadrant 4</a:t>
            </a:r>
          </a:p>
        </p:txBody>
      </p:sp>
      <p:sp>
        <p:nvSpPr>
          <p:cNvPr id="18" name="slot.matrix.quadrant.4.body"/>
          <p:cNvSpPr txBox="1"/>
          <p:nvPr/>
        </p:nvSpPr>
        <p:spPr>
          <a:xfrm>
            <a:off x="7543800" y="4160520"/>
            <a:ext cx="36118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chemeClr val="dk1"/>
                </a:solidFill>
                <a:latin typeface="Arial"/>
              </a:rPr>
              <a:t>Quadrant content.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sp>
        <p:nvSpPr>
          <p:cNvPr id="7" name="decor"/>
          <p:cNvSpPr/>
          <p:nvPr/>
        </p:nvSpPr>
        <p:spPr>
          <a:xfrm>
            <a:off x="7452360" y="1554480"/>
            <a:ext cx="18288" cy="42062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8" name="decor"/>
          <p:cNvSpPr/>
          <p:nvPr/>
        </p:nvSpPr>
        <p:spPr>
          <a:xfrm>
            <a:off x="3657600" y="3657600"/>
            <a:ext cx="7589520" cy="1828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9" name="slot.matrix.axis-y"/>
          <p:cNvSpPr txBox="1"/>
          <p:nvPr/>
        </p:nvSpPr>
        <p:spPr>
          <a:xfrm>
            <a:off x="2743200" y="1554480"/>
            <a:ext cx="822960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chemeClr val="accent6"/>
                </a:solidFill>
                <a:latin typeface="Arial"/>
              </a:rPr>
              <a:t>Y axis</a:t>
            </a:r>
          </a:p>
        </p:txBody>
      </p:sp>
      <p:sp>
        <p:nvSpPr>
          <p:cNvPr id="10" name="slot.matrix.axis-x"/>
          <p:cNvSpPr txBox="1"/>
          <p:nvPr/>
        </p:nvSpPr>
        <p:spPr>
          <a:xfrm>
            <a:off x="3657600" y="5852160"/>
            <a:ext cx="7589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chemeClr val="accent6"/>
                </a:solidFill>
                <a:latin typeface="Arial"/>
              </a:rPr>
              <a:t>X axis</a:t>
            </a:r>
          </a:p>
        </p:txBody>
      </p:sp>
      <p:sp>
        <p:nvSpPr>
          <p:cNvPr id="11" name="slot.matrix.cell.1.title"/>
          <p:cNvSpPr/>
          <p:nvPr/>
        </p:nvSpPr>
        <p:spPr>
          <a:xfrm>
            <a:off x="3712463" y="1609344"/>
            <a:ext cx="2420416" cy="1292047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chemeClr val="dk1"/>
                </a:solidFill>
                <a:latin typeface="Arial"/>
              </a:rPr>
              <a:t>Cell 1</a:t>
            </a:r>
          </a:p>
        </p:txBody>
      </p:sp>
      <p:sp>
        <p:nvSpPr>
          <p:cNvPr id="12" name="slot.matrix.cell.2.title"/>
          <p:cNvSpPr/>
          <p:nvPr/>
        </p:nvSpPr>
        <p:spPr>
          <a:xfrm>
            <a:off x="6242608" y="1609344"/>
            <a:ext cx="2420416" cy="1292047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chemeClr val="dk1"/>
                </a:solidFill>
                <a:latin typeface="Arial"/>
              </a:rPr>
              <a:t>Cell 2</a:t>
            </a:r>
          </a:p>
        </p:txBody>
      </p:sp>
      <p:sp>
        <p:nvSpPr>
          <p:cNvPr id="13" name="slot.matrix.cell.3.title"/>
          <p:cNvSpPr/>
          <p:nvPr/>
        </p:nvSpPr>
        <p:spPr>
          <a:xfrm>
            <a:off x="8772753" y="1609344"/>
            <a:ext cx="2420416" cy="1292047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chemeClr val="dk1"/>
                </a:solidFill>
                <a:latin typeface="Arial"/>
              </a:rPr>
              <a:t>Cell 3</a:t>
            </a:r>
          </a:p>
        </p:txBody>
      </p:sp>
      <p:sp>
        <p:nvSpPr>
          <p:cNvPr id="14" name="slot.matrix.cell.4.title"/>
          <p:cNvSpPr/>
          <p:nvPr/>
        </p:nvSpPr>
        <p:spPr>
          <a:xfrm>
            <a:off x="3712463" y="3011119"/>
            <a:ext cx="2420416" cy="1292047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chemeClr val="dk1"/>
                </a:solidFill>
                <a:latin typeface="Arial"/>
              </a:rPr>
              <a:t>Cell 4</a:t>
            </a:r>
          </a:p>
        </p:txBody>
      </p:sp>
      <p:sp>
        <p:nvSpPr>
          <p:cNvPr id="15" name="slot.matrix.cell.5.title"/>
          <p:cNvSpPr/>
          <p:nvPr/>
        </p:nvSpPr>
        <p:spPr>
          <a:xfrm>
            <a:off x="6242608" y="3011119"/>
            <a:ext cx="2420416" cy="1292047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chemeClr val="dk1"/>
                </a:solidFill>
                <a:latin typeface="Arial"/>
              </a:rPr>
              <a:t>Cell 5</a:t>
            </a:r>
          </a:p>
        </p:txBody>
      </p:sp>
      <p:sp>
        <p:nvSpPr>
          <p:cNvPr id="16" name="slot.matrix.cell.6.title"/>
          <p:cNvSpPr/>
          <p:nvPr/>
        </p:nvSpPr>
        <p:spPr>
          <a:xfrm>
            <a:off x="8772753" y="3011119"/>
            <a:ext cx="2420416" cy="1292047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chemeClr val="dk1"/>
                </a:solidFill>
                <a:latin typeface="Arial"/>
              </a:rPr>
              <a:t>Cell 6</a:t>
            </a:r>
          </a:p>
        </p:txBody>
      </p:sp>
      <p:sp>
        <p:nvSpPr>
          <p:cNvPr id="17" name="slot.matrix.cell.7.title"/>
          <p:cNvSpPr/>
          <p:nvPr/>
        </p:nvSpPr>
        <p:spPr>
          <a:xfrm>
            <a:off x="3712463" y="4412894"/>
            <a:ext cx="2420416" cy="1292047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chemeClr val="dk1"/>
                </a:solidFill>
                <a:latin typeface="Arial"/>
              </a:rPr>
              <a:t>Cell 7</a:t>
            </a:r>
          </a:p>
        </p:txBody>
      </p:sp>
      <p:sp>
        <p:nvSpPr>
          <p:cNvPr id="18" name="slot.matrix.cell.8.title"/>
          <p:cNvSpPr/>
          <p:nvPr/>
        </p:nvSpPr>
        <p:spPr>
          <a:xfrm>
            <a:off x="6242608" y="4412894"/>
            <a:ext cx="2420416" cy="1292047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chemeClr val="dk1"/>
                </a:solidFill>
                <a:latin typeface="Arial"/>
              </a:rPr>
              <a:t>Cell 8</a:t>
            </a:r>
          </a:p>
        </p:txBody>
      </p:sp>
      <p:sp>
        <p:nvSpPr>
          <p:cNvPr id="19" name="slot.matrix.cell.9.title"/>
          <p:cNvSpPr/>
          <p:nvPr/>
        </p:nvSpPr>
        <p:spPr>
          <a:xfrm>
            <a:off x="8772753" y="4412894"/>
            <a:ext cx="2420416" cy="1292047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chemeClr val="dk1"/>
                </a:solidFill>
                <a:latin typeface="Arial"/>
              </a:rPr>
              <a:t>Cell 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sp>
        <p:nvSpPr>
          <p:cNvPr id="7" name="decor"/>
          <p:cNvSpPr/>
          <p:nvPr/>
        </p:nvSpPr>
        <p:spPr>
          <a:xfrm>
            <a:off x="640080" y="1371600"/>
            <a:ext cx="64008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400" b="1">
                <a:solidFill>
                  <a:schemeClr val="accent2"/>
                </a:solidFill>
                <a:latin typeface="Arial"/>
              </a:rPr>
              <a:t>“</a:t>
            </a:r>
          </a:p>
        </p:txBody>
      </p:sp>
      <p:sp>
        <p:nvSpPr>
          <p:cNvPr id="8" name="slot.quote"/>
          <p:cNvSpPr txBox="1"/>
          <p:nvPr/>
        </p:nvSpPr>
        <p:spPr>
          <a:xfrm>
            <a:off x="1463040" y="2103120"/>
            <a:ext cx="923544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0">
                <a:solidFill>
                  <a:schemeClr val="accent1"/>
                </a:solidFill>
                <a:latin typeface="Arial"/>
              </a:rPr>
              <a:t>A compelling pull-quote that captures the key insight from the work.</a:t>
            </a:r>
          </a:p>
        </p:txBody>
      </p:sp>
      <p:sp>
        <p:nvSpPr>
          <p:cNvPr id="9" name="slot.attribution"/>
          <p:cNvSpPr txBox="1"/>
          <p:nvPr/>
        </p:nvSpPr>
        <p:spPr>
          <a:xfrm>
            <a:off x="1463040" y="4663440"/>
            <a:ext cx="9235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chemeClr val="dk1"/>
                </a:solidFill>
                <a:latin typeface="Arial"/>
              </a:rPr>
              <a:t>— Name, Title, Organisation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graphicFrame>
        <p:nvGraphicFramePr>
          <p:cNvPr id="7" name="slot.table"/>
          <p:cNvGraphicFramePr>
            <a:graphicFrameLocks noGrp="1"/>
          </p:cNvGraphicFramePr>
          <p:nvPr/>
        </p:nvGraphicFramePr>
        <p:xfrm>
          <a:off x="548640" y="1371600"/>
          <a:ext cx="1109167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76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lt1"/>
                          </a:solidFill>
                          <a:latin typeface="Arial"/>
                        </a:rPr>
                        <a:t>Workstream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lt1"/>
                          </a:solidFill>
                          <a:latin typeface="Arial"/>
                        </a:rPr>
                        <a:t>Detail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lt1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lt1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chemeClr val="accent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chemeClr val="accent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chemeClr val="accent6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chemeClr val="accent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graphicFrame>
        <p:nvGraphicFramePr>
          <p:cNvPr id="7" name="slot.table"/>
          <p:cNvGraphicFramePr>
            <a:graphicFrameLocks noGrp="1"/>
          </p:cNvGraphicFramePr>
          <p:nvPr/>
        </p:nvGraphicFramePr>
        <p:xfrm>
          <a:off x="548640" y="1371600"/>
          <a:ext cx="1109167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76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lt1"/>
                          </a:solidFill>
                          <a:latin typeface="Arial"/>
                        </a:rPr>
                        <a:t>Criterion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lt1"/>
                          </a:solidFill>
                          <a:latin typeface="Arial"/>
                        </a:rPr>
                        <a:t>Option A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lt1"/>
                          </a:solidFill>
                          <a:latin typeface="Arial"/>
                        </a:rPr>
                        <a:t>Option B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lt1"/>
                          </a:solidFill>
                          <a:latin typeface="Arial"/>
                        </a:rPr>
                        <a:t>Option C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graphicFrame>
        <p:nvGraphicFramePr>
          <p:cNvPr id="7" name="slot.table"/>
          <p:cNvGraphicFramePr>
            <a:graphicFrameLocks noGrp="1"/>
          </p:cNvGraphicFramePr>
          <p:nvPr/>
        </p:nvGraphicFramePr>
        <p:xfrm>
          <a:off x="548640" y="1371600"/>
          <a:ext cx="1109167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76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lt1"/>
                          </a:solidFill>
                          <a:latin typeface="Arial"/>
                        </a:rPr>
                        <a:t>Column 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lt1"/>
                          </a:solidFill>
                          <a:latin typeface="Arial"/>
                        </a:rPr>
                        <a:t>Column 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lt1"/>
                          </a:solidFill>
                          <a:latin typeface="Arial"/>
                        </a:rPr>
                        <a:t>Column 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lt1"/>
                          </a:solidFill>
                          <a:latin typeface="Arial"/>
                        </a:rPr>
                        <a:t>Column 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me template">
  <a:themeElements>
    <a:clrScheme name="Acme">
      <a:dk1>
        <a:srgbClr val="262626"/>
      </a:dk1>
      <a:lt1>
        <a:srgbClr val="FFFFFF"/>
      </a:lt1>
      <a:dk2>
        <a:srgbClr val="00C259"/>
      </a:dk2>
      <a:lt2>
        <a:srgbClr val="D3F2E1"/>
      </a:lt2>
      <a:accent1>
        <a:srgbClr val="008F43"/>
      </a:accent1>
      <a:accent2>
        <a:srgbClr val="00C259"/>
      </a:accent2>
      <a:accent3>
        <a:srgbClr val="CFFFE2"/>
      </a:accent3>
      <a:accent4>
        <a:srgbClr val="2683C6"/>
      </a:accent4>
      <a:accent5>
        <a:srgbClr val="FFC000"/>
      </a:accent5>
      <a:accent6>
        <a:srgbClr val="6C6C6C"/>
      </a:accent6>
      <a:hlink>
        <a:srgbClr val="2582C6"/>
      </a:hlink>
      <a:folHlink>
        <a:srgbClr val="1FADE8"/>
      </a:folHlink>
    </a:clrScheme>
    <a:fontScheme name="Custom 2">
      <a:majorFont>
        <a:latin typeface="Futura Medium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36000" tIns="36000" rIns="36000" bIns="36000" rtlCol="0" anchor="ctr"/>
      <a:lstStyle>
        <a:defPPr algn="l">
          <a:defRPr sz="1200" b="1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noAutofit/>
      </a:bodyPr>
      <a:lstStyle>
        <a:defPPr marL="171450" marR="0" indent="-171450" algn="l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200"/>
          </a:spcAft>
          <a:buClr>
            <a:srgbClr val="00C782"/>
          </a:buClr>
          <a:buSzPct val="100000"/>
          <a:buFont typeface="Arial" panose="020B0604020202020204" pitchFamily="34" charset="0"/>
          <a:buChar char="•"/>
          <a:tabLst/>
          <a:defRPr kumimoji="0" sz="1200" b="0" i="0" u="none" strike="noStrike" kern="1200" cap="none" spc="0" normalizeH="0" baseline="0" noProof="0" dirty="0" err="1" smtClean="0">
            <a:ln>
              <a:noFill/>
            </a:ln>
            <a:solidFill>
              <a:srgbClr val="4C4C4C"/>
            </a:solidFill>
            <a:effectLst/>
            <a:uLnTx/>
            <a:uFillTx/>
            <a:latin typeface="Arial" panose="020B0604020202020204" pitchFamily="34" charset="0"/>
            <a:ea typeface="+mn-ea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 WIP v3" id="{32788290-3AC1-564E-AA27-8065633F2FDF}" vid="{EB16F62E-183E-9C4D-9E0C-6ED57BFECDB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95D2FAC-984D-B94D-9EC5-4BE4CB74D8CE}">
  <we:reference id="f5f369e5-aa35-49d7-ad7b-638152ddb008" version="1.0.0.1" store="EXCatalog" storeType="EXCatalog"/>
  <we:alternateReferences>
    <we:reference id="WA200010001" version="1.0.0.1" store="fr-FR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2131B88CBA1644937EE8E38EB12A39" ma:contentTypeVersion="10" ma:contentTypeDescription="Crée un document." ma:contentTypeScope="" ma:versionID="0396e157ff0a3361dfe4baf0dae92e45">
  <xsd:schema xmlns:xsd="http://www.w3.org/2001/XMLSchema" xmlns:xs="http://www.w3.org/2001/XMLSchema" xmlns:p="http://schemas.microsoft.com/office/2006/metadata/properties" xmlns:ns2="8604f145-f767-4cb8-8472-143a97e99f13" xmlns:ns3="0f792b2b-2504-4af6-b823-53062dc8ffba" targetNamespace="http://schemas.microsoft.com/office/2006/metadata/properties" ma:root="true" ma:fieldsID="5f1d69d33c57d5104119a48bdcfc6a2f" ns2:_="" ns3:_="">
    <xsd:import namespace="8604f145-f767-4cb8-8472-143a97e99f13"/>
    <xsd:import namespace="0f792b2b-2504-4af6-b823-53062dc8ff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04f145-f767-4cb8-8472-143a97e99f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c3aa928f-5fc0-4515-a3b5-b3ac2266d1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792b2b-2504-4af6-b823-53062dc8ffb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4e3be95-e23f-433f-9973-bc411eb05e7e}" ma:internalName="TaxCatchAll" ma:showField="CatchAllData" ma:web="0f792b2b-2504-4af6-b823-53062dc8ffb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604f145-f767-4cb8-8472-143a97e99f13">
      <Terms xmlns="http://schemas.microsoft.com/office/infopath/2007/PartnerControls"/>
    </lcf76f155ced4ddcb4097134ff3c332f>
    <TaxCatchAll xmlns="0f792b2b-2504-4af6-b823-53062dc8ffba" xsi:nil="true"/>
  </documentManagement>
</p:properties>
</file>

<file path=customXml/itemProps1.xml><?xml version="1.0" encoding="utf-8"?>
<ds:datastoreItem xmlns:ds="http://schemas.openxmlformats.org/officeDocument/2006/customXml" ds:itemID="{23DDA097-B30F-4669-BC56-F42D3DF5F5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04f145-f767-4cb8-8472-143a97e99f13"/>
    <ds:schemaRef ds:uri="0f792b2b-2504-4af6-b823-53062dc8ffb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568F92D-DE3C-41BA-821D-E6BDB721222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4978D97-65DB-4B81-BD6C-843E8D286AE7}">
  <ds:schemaRefs>
    <ds:schemaRef ds:uri="8604f145-f767-4cb8-8472-143a97e99f13"/>
    <ds:schemaRef ds:uri="0f792b2b-2504-4af6-b823-53062dc8ffba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Thème Office</Template>
  <TotalTime>12</TotalTime>
  <Words>43</Words>
  <Application>Microsoft Macintosh PowerPoint</Application>
  <PresentationFormat>Grand écran</PresentationFormat>
  <Paragraphs>31</Paragraphs>
  <Slides>26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2" baseType="lpstr">
      <vt:lpstr>Arial</vt:lpstr>
      <vt:lpstr>System Font Regular</vt:lpstr>
      <vt:lpstr>Trebuchet MS</vt:lpstr>
      <vt:lpstr>Wingdings</vt:lpstr>
      <vt:lpstr>Acme template</vt:lpstr>
      <vt:lpstr>think-cell Slide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template</dc:title>
  <dc:subject/>
  <dc:creator>Acme</dc:creator>
  <cp:keywords/>
  <dc:description/>
  <cp:lastModifiedBy>Pierre Supau</cp:lastModifiedBy>
  <cp:revision>6</cp:revision>
  <dcterms:created xsi:type="dcterms:W3CDTF">2022-09-09T10:16:14Z</dcterms:created>
  <dcterms:modified xsi:type="dcterms:W3CDTF">2026-06-08T19:14:21Z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0x010100E62131B88CBA1644937EE8E38EB12A39</vt:lpwstr>
  </property>
  <property fmtid="{D5CDD505-2E9C-101B-9397-08002B2CF9AE}" pid="3" name="MediaServiceImageTags">
    <vt:lpwstr/>
  </property>
</Properties>
</file>